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4" r:id="rId4"/>
  </p:sldMasterIdLst>
  <p:notesMasterIdLst>
    <p:notesMasterId r:id="rId31"/>
  </p:notesMasterIdLst>
  <p:sldIdLst>
    <p:sldId id="256" r:id="rId5"/>
    <p:sldId id="271" r:id="rId6"/>
    <p:sldId id="272" r:id="rId7"/>
    <p:sldId id="257" r:id="rId8"/>
    <p:sldId id="258" r:id="rId9"/>
    <p:sldId id="273" r:id="rId10"/>
    <p:sldId id="260" r:id="rId11"/>
    <p:sldId id="262" r:id="rId12"/>
    <p:sldId id="274" r:id="rId13"/>
    <p:sldId id="275" r:id="rId14"/>
    <p:sldId id="276" r:id="rId15"/>
    <p:sldId id="264" r:id="rId16"/>
    <p:sldId id="270" r:id="rId17"/>
    <p:sldId id="278" r:id="rId18"/>
    <p:sldId id="279" r:id="rId19"/>
    <p:sldId id="280" r:id="rId20"/>
    <p:sldId id="282" r:id="rId21"/>
    <p:sldId id="281" r:id="rId22"/>
    <p:sldId id="283" r:id="rId23"/>
    <p:sldId id="284" r:id="rId24"/>
    <p:sldId id="285" r:id="rId25"/>
    <p:sldId id="277" r:id="rId26"/>
    <p:sldId id="287" r:id="rId27"/>
    <p:sldId id="288" r:id="rId28"/>
    <p:sldId id="290" r:id="rId29"/>
    <p:sldId id="289" r:id="rId30"/>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666A172-F092-4353-AE1F-BAB813FBB2B9}" v="3" dt="2022-05-26T12:05:11.61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3" d="100"/>
          <a:sy n="93" d="100"/>
        </p:scale>
        <p:origin x="274" y="82"/>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tableStyles" Target="tableStyles.xml"/><Relationship Id="rId8" Type="http://schemas.openxmlformats.org/officeDocument/2006/relationships/slide" Target="slides/slide4.xml"/></Relationships>
</file>

<file path=ppt/diagrams/colors1.xml><?xml version="1.0" encoding="utf-8"?>
<dgm:colorsDef xmlns:dgm="http://schemas.openxmlformats.org/drawingml/2006/diagram" xmlns:a="http://schemas.openxmlformats.org/drawingml/2006/main" uniqueId="urn:microsoft.com/office/officeart/2005/8/colors/accent1_4">
  <dgm:title val=""/>
  <dgm:desc val=""/>
  <dgm:catLst>
    <dgm:cat type="accent1" pri="11400"/>
  </dgm:catLst>
  <dgm:styleLbl name="node0">
    <dgm:fillClrLst meth="cycle">
      <a:schemeClr val="accent1">
        <a:shade val="60000"/>
      </a:schemeClr>
    </dgm:fillClrLst>
    <dgm:linClrLst meth="repeat">
      <a:schemeClr val="lt1"/>
    </dgm:linClrLst>
    <dgm:effectClrLst/>
    <dgm:txLinClrLst/>
    <dgm:txFillClrLst/>
    <dgm:txEffectClrLst/>
  </dgm:styleLbl>
  <dgm:styleLbl name="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alignNode1">
    <dgm:fillClrLst meth="cycle">
      <a:schemeClr val="accent1">
        <a:shade val="50000"/>
      </a:schemeClr>
      <a:schemeClr val="accent1">
        <a:tint val="55000"/>
      </a:schemeClr>
    </dgm:fillClrLst>
    <dgm:linClrLst meth="cycle">
      <a:schemeClr val="accent1">
        <a:shade val="50000"/>
      </a:schemeClr>
      <a:schemeClr val="accent1">
        <a:tint val="55000"/>
      </a:schemeClr>
    </dgm:linClrLst>
    <dgm:effectClrLst/>
    <dgm:txLinClrLst/>
    <dgm:txFillClrLst/>
    <dgm:txEffectClrLst/>
  </dgm:styleLbl>
  <dgm:styleLbl name="ln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vennNode1">
    <dgm:fillClrLst meth="cycle">
      <a:schemeClr val="accent1">
        <a:shade val="80000"/>
        <a:alpha val="50000"/>
      </a:schemeClr>
      <a:schemeClr val="accent1">
        <a:tint val="50000"/>
        <a:alpha val="50000"/>
      </a:schemeClr>
    </dgm:fillClrLst>
    <dgm:linClrLst meth="repeat">
      <a:schemeClr val="lt1"/>
    </dgm:linClrLst>
    <dgm:effectClrLst/>
    <dgm:txLinClrLst/>
    <dgm:txFillClrLst/>
    <dgm:txEffectClrLst/>
  </dgm:styleLbl>
  <dgm:styleLbl name="node2">
    <dgm:fillClrLst>
      <a:schemeClr val="accent1">
        <a:shade val="80000"/>
      </a:schemeClr>
    </dgm:fillClrLst>
    <dgm:linClrLst meth="repeat">
      <a:schemeClr val="lt1"/>
    </dgm:linClrLst>
    <dgm:effectClrLst/>
    <dgm:txLinClrLst/>
    <dgm:txFillClrLst/>
    <dgm:txEffectClrLst/>
  </dgm:styleLbl>
  <dgm:styleLbl name="node3">
    <dgm:fillClrLst>
      <a:schemeClr val="accent1">
        <a:tint val="99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f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b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sibTrans1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0000"/>
      </a:schemeClr>
    </dgm:fillClrLst>
    <dgm:linClrLst meth="repeat">
      <a:schemeClr val="lt1"/>
    </dgm:linClrLst>
    <dgm:effectClrLst/>
    <dgm:txLinClrLst/>
    <dgm:txFillClrLst/>
    <dgm:txEffectClrLst/>
  </dgm:styleLbl>
  <dgm:styleLbl name="asst3">
    <dgm:fillClrLst>
      <a:schemeClr val="accent1">
        <a:tint val="70000"/>
      </a:schemeClr>
    </dgm:fillClrLst>
    <dgm:linClrLst meth="repeat">
      <a:schemeClr val="lt1"/>
    </dgm:linClrLst>
    <dgm:effectClrLst/>
    <dgm:txLinClrLst/>
    <dgm:txFillClrLst/>
    <dgm:txEffectClrLst/>
  </dgm:styleLbl>
  <dgm:styleLbl name="asst4">
    <dgm:fillClrLst>
      <a:schemeClr val="accent1">
        <a:tint val="5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align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bgAccFollowNode1">
    <dgm:fillClrLst meth="repeat">
      <a:schemeClr val="accent1">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bgShp">
    <dgm:fillClrLst meth="repeat">
      <a:schemeClr val="accent1">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55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0B39C7D-3576-4173-A7E4-ADE2060C1654}" type="doc">
      <dgm:prSet loTypeId="urn:microsoft.com/office/officeart/2011/layout/TabList" loCatId="officeonline" qsTypeId="urn:microsoft.com/office/officeart/2005/8/quickstyle/simple1" qsCatId="simple" csTypeId="urn:microsoft.com/office/officeart/2005/8/colors/accent1_4" csCatId="accent1" phldr="1"/>
      <dgm:spPr/>
      <dgm:t>
        <a:bodyPr/>
        <a:lstStyle/>
        <a:p>
          <a:endParaRPr lang="en-US"/>
        </a:p>
      </dgm:t>
    </dgm:pt>
    <dgm:pt modelId="{B951C4ED-CCE9-46A8-A0BC-ABE9935DF69B}">
      <dgm:prSet phldrT="[Text]" custT="1"/>
      <dgm:spPr/>
      <dgm:t>
        <a:bodyPr/>
        <a:lstStyle/>
        <a:p>
          <a:r>
            <a:rPr lang="en-US" sz="1800">
              <a:latin typeface="Segoe UI Semibold" panose="020B0702040204020203" pitchFamily="34" charset="0"/>
              <a:cs typeface="Segoe UI Semibold" panose="020B0702040204020203" pitchFamily="34" charset="0"/>
            </a:rPr>
            <a:t>19DH110978</a:t>
          </a:r>
          <a:endParaRPr lang="en-US" sz="1800" dirty="0">
            <a:latin typeface="Segoe UI Semibold" panose="020B0702040204020203" pitchFamily="34" charset="0"/>
            <a:cs typeface="Segoe UI Semibold" panose="020B0702040204020203" pitchFamily="34" charset="0"/>
          </a:endParaRPr>
        </a:p>
      </dgm:t>
    </dgm:pt>
    <dgm:pt modelId="{60877616-7C73-4CD6-96E7-F7F4A945F1AD}" type="parTrans" cxnId="{B01D1683-66F8-48C3-84DF-E5DB1ADB28C5}">
      <dgm:prSet/>
      <dgm:spPr/>
      <dgm:t>
        <a:bodyPr/>
        <a:lstStyle/>
        <a:p>
          <a:endParaRPr lang="en-US">
            <a:latin typeface="Segoe UI Semibold" panose="020B0702040204020203" pitchFamily="34" charset="0"/>
            <a:cs typeface="Segoe UI Semibold" panose="020B0702040204020203" pitchFamily="34" charset="0"/>
          </a:endParaRPr>
        </a:p>
      </dgm:t>
    </dgm:pt>
    <dgm:pt modelId="{5294CD3D-8AEE-4666-8664-0CA866EE07D0}" type="sibTrans" cxnId="{B01D1683-66F8-48C3-84DF-E5DB1ADB28C5}">
      <dgm:prSet/>
      <dgm:spPr/>
      <dgm:t>
        <a:bodyPr/>
        <a:lstStyle/>
        <a:p>
          <a:endParaRPr lang="en-US">
            <a:latin typeface="Segoe UI Semibold" panose="020B0702040204020203" pitchFamily="34" charset="0"/>
            <a:cs typeface="Segoe UI Semibold" panose="020B0702040204020203" pitchFamily="34" charset="0"/>
          </a:endParaRPr>
        </a:p>
      </dgm:t>
    </dgm:pt>
    <dgm:pt modelId="{04F4986E-0654-4424-A3C8-B41207B738D0}">
      <dgm:prSet phldrT="[Text]" custT="1"/>
      <dgm:spPr/>
      <dgm:t>
        <a:bodyPr/>
        <a:lstStyle/>
        <a:p>
          <a:r>
            <a:rPr lang="en-US" sz="1800" kern="1200">
              <a:latin typeface="Segoe UI Semibold" panose="020B0702040204020203" pitchFamily="34" charset="0"/>
              <a:ea typeface="+mn-ea"/>
              <a:cs typeface="Segoe UI Semibold" panose="020B0702040204020203" pitchFamily="34" charset="0"/>
            </a:rPr>
            <a:t>Nguyễn Văn Đức </a:t>
          </a:r>
          <a:r>
            <a:rPr lang="en-US" sz="2800" b="0" kern="1200">
              <a:latin typeface="Segoe UI Semibold" panose="020B0702040204020203" pitchFamily="34" charset="0"/>
              <a:cs typeface="Segoe UI Semibold" panose="020B0702040204020203" pitchFamily="34" charset="0"/>
            </a:rPr>
            <a:t>Tính</a:t>
          </a:r>
          <a:endParaRPr lang="en-US" sz="2000" kern="1200" dirty="0">
            <a:latin typeface="Segoe UI Semibold" panose="020B0702040204020203" pitchFamily="34" charset="0"/>
            <a:cs typeface="Segoe UI Semibold" panose="020B0702040204020203" pitchFamily="34" charset="0"/>
          </a:endParaRPr>
        </a:p>
      </dgm:t>
    </dgm:pt>
    <dgm:pt modelId="{60BBCA56-F466-4098-A6DB-8BC814482826}" type="parTrans" cxnId="{A743E2ED-57F1-4ABD-AA93-BBBDF49047A4}">
      <dgm:prSet/>
      <dgm:spPr/>
      <dgm:t>
        <a:bodyPr/>
        <a:lstStyle/>
        <a:p>
          <a:endParaRPr lang="en-US">
            <a:latin typeface="Segoe UI Semibold" panose="020B0702040204020203" pitchFamily="34" charset="0"/>
            <a:cs typeface="Segoe UI Semibold" panose="020B0702040204020203" pitchFamily="34" charset="0"/>
          </a:endParaRPr>
        </a:p>
      </dgm:t>
    </dgm:pt>
    <dgm:pt modelId="{EB2D5F9A-735E-40B6-8A0E-DD57832700BB}" type="sibTrans" cxnId="{A743E2ED-57F1-4ABD-AA93-BBBDF49047A4}">
      <dgm:prSet/>
      <dgm:spPr/>
      <dgm:t>
        <a:bodyPr/>
        <a:lstStyle/>
        <a:p>
          <a:endParaRPr lang="en-US">
            <a:latin typeface="Segoe UI Semibold" panose="020B0702040204020203" pitchFamily="34" charset="0"/>
            <a:cs typeface="Segoe UI Semibold" panose="020B0702040204020203" pitchFamily="34" charset="0"/>
          </a:endParaRPr>
        </a:p>
      </dgm:t>
    </dgm:pt>
    <dgm:pt modelId="{3045CCC0-E07F-4336-8FBF-0A4840A2AFD6}">
      <dgm:prSet phldrT="[Text]" custT="1"/>
      <dgm:spPr/>
      <dgm:t>
        <a:bodyPr/>
        <a:lstStyle/>
        <a:p>
          <a:r>
            <a:rPr lang="en-US" sz="1800">
              <a:latin typeface="Segoe UI Semibold" panose="020B0702040204020203" pitchFamily="34" charset="0"/>
              <a:cs typeface="Segoe UI Semibold" panose="020B0702040204020203" pitchFamily="34" charset="0"/>
            </a:rPr>
            <a:t>19DH111234</a:t>
          </a:r>
          <a:endParaRPr lang="en-US" sz="1800" dirty="0">
            <a:latin typeface="Segoe UI Semibold" panose="020B0702040204020203" pitchFamily="34" charset="0"/>
            <a:cs typeface="Segoe UI Semibold" panose="020B0702040204020203" pitchFamily="34" charset="0"/>
          </a:endParaRPr>
        </a:p>
      </dgm:t>
    </dgm:pt>
    <dgm:pt modelId="{922815DD-03A3-4D05-9DA7-A65E0B5E4F18}" type="parTrans" cxnId="{B44C33F9-B99C-4CC0-BE7A-BDE03F3F75CF}">
      <dgm:prSet/>
      <dgm:spPr/>
      <dgm:t>
        <a:bodyPr/>
        <a:lstStyle/>
        <a:p>
          <a:endParaRPr lang="en-US">
            <a:latin typeface="Segoe UI Semibold" panose="020B0702040204020203" pitchFamily="34" charset="0"/>
            <a:cs typeface="Segoe UI Semibold" panose="020B0702040204020203" pitchFamily="34" charset="0"/>
          </a:endParaRPr>
        </a:p>
      </dgm:t>
    </dgm:pt>
    <dgm:pt modelId="{B04AEA98-D2A5-4096-A923-0472E7F21AF2}" type="sibTrans" cxnId="{B44C33F9-B99C-4CC0-BE7A-BDE03F3F75CF}">
      <dgm:prSet/>
      <dgm:spPr/>
      <dgm:t>
        <a:bodyPr/>
        <a:lstStyle/>
        <a:p>
          <a:endParaRPr lang="en-US">
            <a:latin typeface="Segoe UI Semibold" panose="020B0702040204020203" pitchFamily="34" charset="0"/>
            <a:cs typeface="Segoe UI Semibold" panose="020B0702040204020203" pitchFamily="34" charset="0"/>
          </a:endParaRPr>
        </a:p>
      </dgm:t>
    </dgm:pt>
    <dgm:pt modelId="{2E6E0715-9684-462A-BACF-A1B3DEFC4312}">
      <dgm:prSet phldrT="[Text]" custT="1"/>
      <dgm:spPr/>
      <dgm:t>
        <a:bodyPr/>
        <a:lstStyle/>
        <a:p>
          <a:r>
            <a:rPr lang="en-US" sz="1800" kern="1200">
              <a:latin typeface="Segoe UI Semibold" panose="020B0702040204020203" pitchFamily="34" charset="0"/>
              <a:ea typeface="+mn-ea"/>
              <a:cs typeface="Segoe UI Semibold" panose="020B0702040204020203" pitchFamily="34" charset="0"/>
            </a:rPr>
            <a:t>Lê Quốc </a:t>
          </a:r>
          <a:r>
            <a:rPr lang="en-US" sz="2800" b="0" kern="1200">
              <a:latin typeface="Segoe UI Semibold" panose="020B0702040204020203" pitchFamily="34" charset="0"/>
              <a:cs typeface="Segoe UI Semibold" panose="020B0702040204020203" pitchFamily="34" charset="0"/>
            </a:rPr>
            <a:t>Hưng</a:t>
          </a:r>
          <a:endParaRPr lang="en-US" sz="2000" kern="1200" dirty="0">
            <a:latin typeface="Segoe UI Semibold" panose="020B0702040204020203" pitchFamily="34" charset="0"/>
            <a:cs typeface="Segoe UI Semibold" panose="020B0702040204020203" pitchFamily="34" charset="0"/>
          </a:endParaRPr>
        </a:p>
      </dgm:t>
    </dgm:pt>
    <dgm:pt modelId="{1CBB8CB9-FB84-4732-9571-3A36D94A4F65}" type="parTrans" cxnId="{43275A0E-83A4-4DCE-871F-9BCFCE8E7F21}">
      <dgm:prSet/>
      <dgm:spPr/>
      <dgm:t>
        <a:bodyPr/>
        <a:lstStyle/>
        <a:p>
          <a:endParaRPr lang="en-US">
            <a:latin typeface="Segoe UI Semibold" panose="020B0702040204020203" pitchFamily="34" charset="0"/>
            <a:cs typeface="Segoe UI Semibold" panose="020B0702040204020203" pitchFamily="34" charset="0"/>
          </a:endParaRPr>
        </a:p>
      </dgm:t>
    </dgm:pt>
    <dgm:pt modelId="{2501412A-7001-40AA-B5EC-BFD761F2673A}" type="sibTrans" cxnId="{43275A0E-83A4-4DCE-871F-9BCFCE8E7F21}">
      <dgm:prSet/>
      <dgm:spPr/>
      <dgm:t>
        <a:bodyPr/>
        <a:lstStyle/>
        <a:p>
          <a:endParaRPr lang="en-US">
            <a:latin typeface="Segoe UI Semibold" panose="020B0702040204020203" pitchFamily="34" charset="0"/>
            <a:cs typeface="Segoe UI Semibold" panose="020B0702040204020203" pitchFamily="34" charset="0"/>
          </a:endParaRPr>
        </a:p>
      </dgm:t>
    </dgm:pt>
    <dgm:pt modelId="{C8F21FD4-23FC-4B28-AB99-73A4CC294AA1}">
      <dgm:prSet phldrT="[Text]" custT="1"/>
      <dgm:spPr/>
      <dgm:t>
        <a:bodyPr/>
        <a:lstStyle/>
        <a:p>
          <a:r>
            <a:rPr lang="en-US" sz="1800" kern="1200">
              <a:latin typeface="Segoe UI Semibold" panose="020B0702040204020203" pitchFamily="34" charset="0"/>
              <a:cs typeface="Segoe UI Semibold" panose="020B0702040204020203" pitchFamily="34" charset="0"/>
            </a:rPr>
            <a:t>19DH111132</a:t>
          </a:r>
          <a:endParaRPr lang="en-US" sz="1800" kern="1200" dirty="0">
            <a:latin typeface="Segoe UI Semibold" panose="020B0702040204020203" pitchFamily="34" charset="0"/>
            <a:cs typeface="Segoe UI Semibold" panose="020B0702040204020203" pitchFamily="34" charset="0"/>
          </a:endParaRPr>
        </a:p>
      </dgm:t>
    </dgm:pt>
    <dgm:pt modelId="{4AE61A74-D9EF-489E-8D93-FF7A43BD6E76}" type="parTrans" cxnId="{FC873836-80B3-4D92-A55D-22590E3C6783}">
      <dgm:prSet/>
      <dgm:spPr/>
      <dgm:t>
        <a:bodyPr/>
        <a:lstStyle/>
        <a:p>
          <a:endParaRPr lang="en-US"/>
        </a:p>
      </dgm:t>
    </dgm:pt>
    <dgm:pt modelId="{EDBAE828-0A84-49E6-8E07-8400BFE02E50}" type="sibTrans" cxnId="{FC873836-80B3-4D92-A55D-22590E3C6783}">
      <dgm:prSet/>
      <dgm:spPr/>
      <dgm:t>
        <a:bodyPr/>
        <a:lstStyle/>
        <a:p>
          <a:endParaRPr lang="en-US"/>
        </a:p>
      </dgm:t>
    </dgm:pt>
    <dgm:pt modelId="{1676AE76-750D-42ED-82FF-6B3F60F57892}">
      <dgm:prSet phldrT="[Text]" custT="1"/>
      <dgm:spPr/>
      <dgm:t>
        <a:bodyPr/>
        <a:lstStyle/>
        <a:p>
          <a:r>
            <a:rPr lang="en-US" sz="2000" kern="1200">
              <a:latin typeface="Segoe UI Semibold" panose="020B0702040204020203" pitchFamily="34" charset="0"/>
              <a:cs typeface="Segoe UI Semibold" panose="020B0702040204020203" pitchFamily="34" charset="0"/>
            </a:rPr>
            <a:t>Huỳnh Vĩnh </a:t>
          </a:r>
          <a:r>
            <a:rPr lang="en-US" sz="2800" kern="1200">
              <a:latin typeface="Segoe UI Semibold" panose="020B0702040204020203" pitchFamily="34" charset="0"/>
              <a:cs typeface="Segoe UI Semibold" panose="020B0702040204020203" pitchFamily="34" charset="0"/>
            </a:rPr>
            <a:t>Đạt</a:t>
          </a:r>
          <a:endParaRPr lang="en-US" sz="2800" kern="1200" dirty="0">
            <a:latin typeface="Segoe UI Semibold" panose="020B0702040204020203" pitchFamily="34" charset="0"/>
            <a:cs typeface="Segoe UI Semibold" panose="020B0702040204020203" pitchFamily="34" charset="0"/>
          </a:endParaRPr>
        </a:p>
      </dgm:t>
    </dgm:pt>
    <dgm:pt modelId="{D39ADE69-0CB7-45EE-BF4B-83FE44F164F7}" type="parTrans" cxnId="{ED66E883-75D5-4184-B286-8BA9F04E2499}">
      <dgm:prSet/>
      <dgm:spPr/>
      <dgm:t>
        <a:bodyPr/>
        <a:lstStyle/>
        <a:p>
          <a:endParaRPr lang="en-US"/>
        </a:p>
      </dgm:t>
    </dgm:pt>
    <dgm:pt modelId="{FE8F3906-1402-4AD3-9185-C53CD1CC7DC4}" type="sibTrans" cxnId="{ED66E883-75D5-4184-B286-8BA9F04E2499}">
      <dgm:prSet/>
      <dgm:spPr/>
      <dgm:t>
        <a:bodyPr/>
        <a:lstStyle/>
        <a:p>
          <a:endParaRPr lang="en-US"/>
        </a:p>
      </dgm:t>
    </dgm:pt>
    <dgm:pt modelId="{D6933317-22F0-4F3B-B60F-00082ECF6998}" type="pres">
      <dgm:prSet presAssocID="{50B39C7D-3576-4173-A7E4-ADE2060C1654}" presName="Name0" presStyleCnt="0">
        <dgm:presLayoutVars>
          <dgm:chMax/>
          <dgm:chPref val="3"/>
          <dgm:dir/>
          <dgm:animOne val="branch"/>
          <dgm:animLvl val="lvl"/>
        </dgm:presLayoutVars>
      </dgm:prSet>
      <dgm:spPr/>
    </dgm:pt>
    <dgm:pt modelId="{1E6F9775-8F9F-438C-BA20-64032B563D57}" type="pres">
      <dgm:prSet presAssocID="{B951C4ED-CCE9-46A8-A0BC-ABE9935DF69B}" presName="composite" presStyleCnt="0"/>
      <dgm:spPr/>
    </dgm:pt>
    <dgm:pt modelId="{EB9706CA-A1C8-4686-A673-CE7BDDD73433}" type="pres">
      <dgm:prSet presAssocID="{B951C4ED-CCE9-46A8-A0BC-ABE9935DF69B}" presName="FirstChild" presStyleLbl="revTx" presStyleIdx="0" presStyleCnt="3">
        <dgm:presLayoutVars>
          <dgm:chMax val="0"/>
          <dgm:chPref val="0"/>
          <dgm:bulletEnabled val="1"/>
        </dgm:presLayoutVars>
      </dgm:prSet>
      <dgm:spPr/>
    </dgm:pt>
    <dgm:pt modelId="{18E1513D-3EA3-4E92-9C7C-DE9D3C113EE1}" type="pres">
      <dgm:prSet presAssocID="{B951C4ED-CCE9-46A8-A0BC-ABE9935DF69B}" presName="Parent" presStyleLbl="alignNode1" presStyleIdx="0" presStyleCnt="3" custScaleY="63598" custLinFactNeighborY="12369">
        <dgm:presLayoutVars>
          <dgm:chMax val="3"/>
          <dgm:chPref val="3"/>
          <dgm:bulletEnabled val="1"/>
        </dgm:presLayoutVars>
      </dgm:prSet>
      <dgm:spPr/>
    </dgm:pt>
    <dgm:pt modelId="{CBE9BBC6-7CC5-4EDE-941B-4B6F82FC91A9}" type="pres">
      <dgm:prSet presAssocID="{B951C4ED-CCE9-46A8-A0BC-ABE9935DF69B}" presName="Accent" presStyleLbl="parChTrans1D1" presStyleIdx="0" presStyleCnt="3"/>
      <dgm:spPr/>
    </dgm:pt>
    <dgm:pt modelId="{EDF1A29E-DBBE-42E8-93C1-6AD8716E1855}" type="pres">
      <dgm:prSet presAssocID="{5294CD3D-8AEE-4666-8664-0CA866EE07D0}" presName="sibTrans" presStyleCnt="0"/>
      <dgm:spPr/>
    </dgm:pt>
    <dgm:pt modelId="{71296486-1A53-4F76-874B-F965B268B0B3}" type="pres">
      <dgm:prSet presAssocID="{3045CCC0-E07F-4336-8FBF-0A4840A2AFD6}" presName="composite" presStyleCnt="0"/>
      <dgm:spPr/>
    </dgm:pt>
    <dgm:pt modelId="{458DA2AB-B9BB-40E0-A1DD-8D51796EDFAC}" type="pres">
      <dgm:prSet presAssocID="{3045CCC0-E07F-4336-8FBF-0A4840A2AFD6}" presName="FirstChild" presStyleLbl="revTx" presStyleIdx="1" presStyleCnt="3">
        <dgm:presLayoutVars>
          <dgm:chMax val="0"/>
          <dgm:chPref val="0"/>
          <dgm:bulletEnabled val="1"/>
        </dgm:presLayoutVars>
      </dgm:prSet>
      <dgm:spPr/>
    </dgm:pt>
    <dgm:pt modelId="{93353125-8E29-4EEB-AD8E-BEB493801DC0}" type="pres">
      <dgm:prSet presAssocID="{3045CCC0-E07F-4336-8FBF-0A4840A2AFD6}" presName="Parent" presStyleLbl="alignNode1" presStyleIdx="1" presStyleCnt="3" custScaleY="63598" custLinFactNeighborY="12369">
        <dgm:presLayoutVars>
          <dgm:chMax val="3"/>
          <dgm:chPref val="3"/>
          <dgm:bulletEnabled val="1"/>
        </dgm:presLayoutVars>
      </dgm:prSet>
      <dgm:spPr/>
    </dgm:pt>
    <dgm:pt modelId="{09710836-32D6-4BF0-838D-6CCB92021162}" type="pres">
      <dgm:prSet presAssocID="{3045CCC0-E07F-4336-8FBF-0A4840A2AFD6}" presName="Accent" presStyleLbl="parChTrans1D1" presStyleIdx="1" presStyleCnt="3"/>
      <dgm:spPr/>
    </dgm:pt>
    <dgm:pt modelId="{0D5C86D7-4B00-464A-A457-33CCEF217606}" type="pres">
      <dgm:prSet presAssocID="{B04AEA98-D2A5-4096-A923-0472E7F21AF2}" presName="sibTrans" presStyleCnt="0"/>
      <dgm:spPr/>
    </dgm:pt>
    <dgm:pt modelId="{712B116B-1D9A-486C-A956-DE78362D6E6B}" type="pres">
      <dgm:prSet presAssocID="{C8F21FD4-23FC-4B28-AB99-73A4CC294AA1}" presName="composite" presStyleCnt="0"/>
      <dgm:spPr/>
    </dgm:pt>
    <dgm:pt modelId="{3B0C74AB-1BDB-48D7-9BEE-9388A688375C}" type="pres">
      <dgm:prSet presAssocID="{C8F21FD4-23FC-4B28-AB99-73A4CC294AA1}" presName="FirstChild" presStyleLbl="revTx" presStyleIdx="2" presStyleCnt="3">
        <dgm:presLayoutVars>
          <dgm:chMax val="0"/>
          <dgm:chPref val="0"/>
          <dgm:bulletEnabled val="1"/>
        </dgm:presLayoutVars>
      </dgm:prSet>
      <dgm:spPr/>
    </dgm:pt>
    <dgm:pt modelId="{CF1F0201-22A7-4FF4-AEB4-7BCA4EDDC556}" type="pres">
      <dgm:prSet presAssocID="{C8F21FD4-23FC-4B28-AB99-73A4CC294AA1}" presName="Parent" presStyleLbl="alignNode1" presStyleIdx="2" presStyleCnt="3" custScaleY="64141">
        <dgm:presLayoutVars>
          <dgm:chMax val="3"/>
          <dgm:chPref val="3"/>
          <dgm:bulletEnabled val="1"/>
        </dgm:presLayoutVars>
      </dgm:prSet>
      <dgm:spPr/>
    </dgm:pt>
    <dgm:pt modelId="{67533720-B10C-4865-85E4-C40443FF4DAE}" type="pres">
      <dgm:prSet presAssocID="{C8F21FD4-23FC-4B28-AB99-73A4CC294AA1}" presName="Accent" presStyleLbl="parChTrans1D1" presStyleIdx="2" presStyleCnt="3"/>
      <dgm:spPr/>
    </dgm:pt>
  </dgm:ptLst>
  <dgm:cxnLst>
    <dgm:cxn modelId="{74253B04-37A4-4AFE-8412-22C34408658B}" type="presOf" srcId="{1676AE76-750D-42ED-82FF-6B3F60F57892}" destId="{3B0C74AB-1BDB-48D7-9BEE-9388A688375C}" srcOrd="0" destOrd="0" presId="urn:microsoft.com/office/officeart/2011/layout/TabList"/>
    <dgm:cxn modelId="{561E8F0B-4F67-4588-A557-0A148CDCBFF5}" type="presOf" srcId="{B951C4ED-CCE9-46A8-A0BC-ABE9935DF69B}" destId="{18E1513D-3EA3-4E92-9C7C-DE9D3C113EE1}" srcOrd="0" destOrd="0" presId="urn:microsoft.com/office/officeart/2011/layout/TabList"/>
    <dgm:cxn modelId="{43275A0E-83A4-4DCE-871F-9BCFCE8E7F21}" srcId="{3045CCC0-E07F-4336-8FBF-0A4840A2AFD6}" destId="{2E6E0715-9684-462A-BACF-A1B3DEFC4312}" srcOrd="0" destOrd="0" parTransId="{1CBB8CB9-FB84-4732-9571-3A36D94A4F65}" sibTransId="{2501412A-7001-40AA-B5EC-BFD761F2673A}"/>
    <dgm:cxn modelId="{584F8A1B-3248-443B-91BB-DEB02E11E82F}" type="presOf" srcId="{04F4986E-0654-4424-A3C8-B41207B738D0}" destId="{EB9706CA-A1C8-4686-A673-CE7BDDD73433}" srcOrd="0" destOrd="0" presId="urn:microsoft.com/office/officeart/2011/layout/TabList"/>
    <dgm:cxn modelId="{FC873836-80B3-4D92-A55D-22590E3C6783}" srcId="{50B39C7D-3576-4173-A7E4-ADE2060C1654}" destId="{C8F21FD4-23FC-4B28-AB99-73A4CC294AA1}" srcOrd="2" destOrd="0" parTransId="{4AE61A74-D9EF-489E-8D93-FF7A43BD6E76}" sibTransId="{EDBAE828-0A84-49E6-8E07-8400BFE02E50}"/>
    <dgm:cxn modelId="{398C3538-821F-43D2-8EE9-D65B74A5D4DC}" type="presOf" srcId="{50B39C7D-3576-4173-A7E4-ADE2060C1654}" destId="{D6933317-22F0-4F3B-B60F-00082ECF6998}" srcOrd="0" destOrd="0" presId="urn:microsoft.com/office/officeart/2011/layout/TabList"/>
    <dgm:cxn modelId="{B01D1683-66F8-48C3-84DF-E5DB1ADB28C5}" srcId="{50B39C7D-3576-4173-A7E4-ADE2060C1654}" destId="{B951C4ED-CCE9-46A8-A0BC-ABE9935DF69B}" srcOrd="0" destOrd="0" parTransId="{60877616-7C73-4CD6-96E7-F7F4A945F1AD}" sibTransId="{5294CD3D-8AEE-4666-8664-0CA866EE07D0}"/>
    <dgm:cxn modelId="{ED66E883-75D5-4184-B286-8BA9F04E2499}" srcId="{C8F21FD4-23FC-4B28-AB99-73A4CC294AA1}" destId="{1676AE76-750D-42ED-82FF-6B3F60F57892}" srcOrd="0" destOrd="0" parTransId="{D39ADE69-0CB7-45EE-BF4B-83FE44F164F7}" sibTransId="{FE8F3906-1402-4AD3-9185-C53CD1CC7DC4}"/>
    <dgm:cxn modelId="{8B584EBF-2D17-49BB-AF4B-327AF60ACB82}" type="presOf" srcId="{3045CCC0-E07F-4336-8FBF-0A4840A2AFD6}" destId="{93353125-8E29-4EEB-AD8E-BEB493801DC0}" srcOrd="0" destOrd="0" presId="urn:microsoft.com/office/officeart/2011/layout/TabList"/>
    <dgm:cxn modelId="{61E14DC5-7E56-4DAA-8165-A91C7FE3A04F}" type="presOf" srcId="{C8F21FD4-23FC-4B28-AB99-73A4CC294AA1}" destId="{CF1F0201-22A7-4FF4-AEB4-7BCA4EDDC556}" srcOrd="0" destOrd="0" presId="urn:microsoft.com/office/officeart/2011/layout/TabList"/>
    <dgm:cxn modelId="{F14E8ED2-52D1-4D9F-AD7D-BD7A4641B518}" type="presOf" srcId="{2E6E0715-9684-462A-BACF-A1B3DEFC4312}" destId="{458DA2AB-B9BB-40E0-A1DD-8D51796EDFAC}" srcOrd="0" destOrd="0" presId="urn:microsoft.com/office/officeart/2011/layout/TabList"/>
    <dgm:cxn modelId="{A743E2ED-57F1-4ABD-AA93-BBBDF49047A4}" srcId="{B951C4ED-CCE9-46A8-A0BC-ABE9935DF69B}" destId="{04F4986E-0654-4424-A3C8-B41207B738D0}" srcOrd="0" destOrd="0" parTransId="{60BBCA56-F466-4098-A6DB-8BC814482826}" sibTransId="{EB2D5F9A-735E-40B6-8A0E-DD57832700BB}"/>
    <dgm:cxn modelId="{B44C33F9-B99C-4CC0-BE7A-BDE03F3F75CF}" srcId="{50B39C7D-3576-4173-A7E4-ADE2060C1654}" destId="{3045CCC0-E07F-4336-8FBF-0A4840A2AFD6}" srcOrd="1" destOrd="0" parTransId="{922815DD-03A3-4D05-9DA7-A65E0B5E4F18}" sibTransId="{B04AEA98-D2A5-4096-A923-0472E7F21AF2}"/>
    <dgm:cxn modelId="{CA74319A-9D08-4C5D-BD32-502A3D82F5DA}" type="presParOf" srcId="{D6933317-22F0-4F3B-B60F-00082ECF6998}" destId="{1E6F9775-8F9F-438C-BA20-64032B563D57}" srcOrd="0" destOrd="0" presId="urn:microsoft.com/office/officeart/2011/layout/TabList"/>
    <dgm:cxn modelId="{4105A433-FB89-4C07-92AC-595C2E9AF1E6}" type="presParOf" srcId="{1E6F9775-8F9F-438C-BA20-64032B563D57}" destId="{EB9706CA-A1C8-4686-A673-CE7BDDD73433}" srcOrd="0" destOrd="0" presId="urn:microsoft.com/office/officeart/2011/layout/TabList"/>
    <dgm:cxn modelId="{8478090B-05C3-4693-9504-477025943728}" type="presParOf" srcId="{1E6F9775-8F9F-438C-BA20-64032B563D57}" destId="{18E1513D-3EA3-4E92-9C7C-DE9D3C113EE1}" srcOrd="1" destOrd="0" presId="urn:microsoft.com/office/officeart/2011/layout/TabList"/>
    <dgm:cxn modelId="{B29C3D6A-938A-4B1A-AE3D-930390D9C71D}" type="presParOf" srcId="{1E6F9775-8F9F-438C-BA20-64032B563D57}" destId="{CBE9BBC6-7CC5-4EDE-941B-4B6F82FC91A9}" srcOrd="2" destOrd="0" presId="urn:microsoft.com/office/officeart/2011/layout/TabList"/>
    <dgm:cxn modelId="{C867515E-E0BD-4196-80A7-2A0859948E06}" type="presParOf" srcId="{D6933317-22F0-4F3B-B60F-00082ECF6998}" destId="{EDF1A29E-DBBE-42E8-93C1-6AD8716E1855}" srcOrd="1" destOrd="0" presId="urn:microsoft.com/office/officeart/2011/layout/TabList"/>
    <dgm:cxn modelId="{19295D76-232B-458D-863E-59F3C7027FAB}" type="presParOf" srcId="{D6933317-22F0-4F3B-B60F-00082ECF6998}" destId="{71296486-1A53-4F76-874B-F965B268B0B3}" srcOrd="2" destOrd="0" presId="urn:microsoft.com/office/officeart/2011/layout/TabList"/>
    <dgm:cxn modelId="{C8C81291-41FD-46D9-BD34-E9C66D6449C0}" type="presParOf" srcId="{71296486-1A53-4F76-874B-F965B268B0B3}" destId="{458DA2AB-B9BB-40E0-A1DD-8D51796EDFAC}" srcOrd="0" destOrd="0" presId="urn:microsoft.com/office/officeart/2011/layout/TabList"/>
    <dgm:cxn modelId="{D8A5D160-4FCD-4BE7-A1DE-B9A63E6F9D78}" type="presParOf" srcId="{71296486-1A53-4F76-874B-F965B268B0B3}" destId="{93353125-8E29-4EEB-AD8E-BEB493801DC0}" srcOrd="1" destOrd="0" presId="urn:microsoft.com/office/officeart/2011/layout/TabList"/>
    <dgm:cxn modelId="{4C2C7A11-3DB3-4750-9232-FDEA1EB4CDC2}" type="presParOf" srcId="{71296486-1A53-4F76-874B-F965B268B0B3}" destId="{09710836-32D6-4BF0-838D-6CCB92021162}" srcOrd="2" destOrd="0" presId="urn:microsoft.com/office/officeart/2011/layout/TabList"/>
    <dgm:cxn modelId="{4EA06F5A-19B5-4247-BCFC-15DC1775AED1}" type="presParOf" srcId="{D6933317-22F0-4F3B-B60F-00082ECF6998}" destId="{0D5C86D7-4B00-464A-A457-33CCEF217606}" srcOrd="3" destOrd="0" presId="urn:microsoft.com/office/officeart/2011/layout/TabList"/>
    <dgm:cxn modelId="{72D9627E-8B73-42C7-8860-DC92182B4AD4}" type="presParOf" srcId="{D6933317-22F0-4F3B-B60F-00082ECF6998}" destId="{712B116B-1D9A-486C-A956-DE78362D6E6B}" srcOrd="4" destOrd="0" presId="urn:microsoft.com/office/officeart/2011/layout/TabList"/>
    <dgm:cxn modelId="{09446A0E-6428-4AA2-9512-C84FD811325A}" type="presParOf" srcId="{712B116B-1D9A-486C-A956-DE78362D6E6B}" destId="{3B0C74AB-1BDB-48D7-9BEE-9388A688375C}" srcOrd="0" destOrd="0" presId="urn:microsoft.com/office/officeart/2011/layout/TabList"/>
    <dgm:cxn modelId="{394F7E3E-525D-4B59-8A76-EB92E28E973F}" type="presParOf" srcId="{712B116B-1D9A-486C-A956-DE78362D6E6B}" destId="{CF1F0201-22A7-4FF4-AEB4-7BCA4EDDC556}" srcOrd="1" destOrd="0" presId="urn:microsoft.com/office/officeart/2011/layout/TabList"/>
    <dgm:cxn modelId="{792369B7-2F8B-4164-A23F-EA73ABFE8667}" type="presParOf" srcId="{712B116B-1D9A-486C-A956-DE78362D6E6B}" destId="{67533720-B10C-4865-85E4-C40443FF4DAE}" srcOrd="2" destOrd="0" presId="urn:microsoft.com/office/officeart/2011/layout/TabList"/>
  </dgm:cxnLst>
  <dgm:bg/>
  <dgm:whole>
    <a:ln w="28575"/>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7533720-B10C-4865-85E4-C40443FF4DAE}">
      <dsp:nvSpPr>
        <dsp:cNvPr id="0" name=""/>
        <dsp:cNvSpPr/>
      </dsp:nvSpPr>
      <dsp:spPr>
        <a:xfrm>
          <a:off x="0" y="2668466"/>
          <a:ext cx="5342891" cy="0"/>
        </a:xfrm>
        <a:prstGeom prst="line">
          <a:avLst/>
        </a:pr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9710836-32D6-4BF0-838D-6CCB92021162}">
      <dsp:nvSpPr>
        <dsp:cNvPr id="0" name=""/>
        <dsp:cNvSpPr/>
      </dsp:nvSpPr>
      <dsp:spPr>
        <a:xfrm>
          <a:off x="0" y="1764661"/>
          <a:ext cx="5342891" cy="0"/>
        </a:xfrm>
        <a:prstGeom prst="line">
          <a:avLst/>
        </a:pr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BE9BBC6-7CC5-4EDE-941B-4B6F82FC91A9}">
      <dsp:nvSpPr>
        <dsp:cNvPr id="0" name=""/>
        <dsp:cNvSpPr/>
      </dsp:nvSpPr>
      <dsp:spPr>
        <a:xfrm>
          <a:off x="0" y="860856"/>
          <a:ext cx="5342891" cy="0"/>
        </a:xfrm>
        <a:prstGeom prst="line">
          <a:avLst/>
        </a:pr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B9706CA-A1C8-4686-A673-CE7BDDD73433}">
      <dsp:nvSpPr>
        <dsp:cNvPr id="0" name=""/>
        <dsp:cNvSpPr/>
      </dsp:nvSpPr>
      <dsp:spPr>
        <a:xfrm>
          <a:off x="1389151" y="89"/>
          <a:ext cx="3953739" cy="8607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b" anchorCtr="0">
          <a:noAutofit/>
        </a:bodyPr>
        <a:lstStyle/>
        <a:p>
          <a:pPr marL="0" lvl="0" indent="0" algn="l" defTabSz="800100">
            <a:lnSpc>
              <a:spcPct val="90000"/>
            </a:lnSpc>
            <a:spcBef>
              <a:spcPct val="0"/>
            </a:spcBef>
            <a:spcAft>
              <a:spcPct val="35000"/>
            </a:spcAft>
            <a:buNone/>
          </a:pPr>
          <a:r>
            <a:rPr lang="en-US" sz="1800" kern="1200">
              <a:latin typeface="Segoe UI Semibold" panose="020B0702040204020203" pitchFamily="34" charset="0"/>
              <a:ea typeface="+mn-ea"/>
              <a:cs typeface="Segoe UI Semibold" panose="020B0702040204020203" pitchFamily="34" charset="0"/>
            </a:rPr>
            <a:t>Nguyễn Văn Đức </a:t>
          </a:r>
          <a:r>
            <a:rPr lang="en-US" sz="2800" b="0" kern="1200">
              <a:latin typeface="Segoe UI Semibold" panose="020B0702040204020203" pitchFamily="34" charset="0"/>
              <a:cs typeface="Segoe UI Semibold" panose="020B0702040204020203" pitchFamily="34" charset="0"/>
            </a:rPr>
            <a:t>Tính</a:t>
          </a:r>
          <a:endParaRPr lang="en-US" sz="2000" kern="1200" dirty="0">
            <a:latin typeface="Segoe UI Semibold" panose="020B0702040204020203" pitchFamily="34" charset="0"/>
            <a:cs typeface="Segoe UI Semibold" panose="020B0702040204020203" pitchFamily="34" charset="0"/>
          </a:endParaRPr>
        </a:p>
      </dsp:txBody>
      <dsp:txXfrm>
        <a:off x="1389151" y="89"/>
        <a:ext cx="3953739" cy="860766"/>
      </dsp:txXfrm>
    </dsp:sp>
    <dsp:sp modelId="{18E1513D-3EA3-4E92-9C7C-DE9D3C113EE1}">
      <dsp:nvSpPr>
        <dsp:cNvPr id="0" name=""/>
        <dsp:cNvSpPr/>
      </dsp:nvSpPr>
      <dsp:spPr>
        <a:xfrm>
          <a:off x="0" y="263226"/>
          <a:ext cx="1389151" cy="547430"/>
        </a:xfrm>
        <a:prstGeom prst="round2SameRect">
          <a:avLst>
            <a:gd name="adj1" fmla="val 16670"/>
            <a:gd name="adj2" fmla="val 0"/>
          </a:avLst>
        </a:prstGeom>
        <a:solidFill>
          <a:schemeClr val="accent1">
            <a:shade val="50000"/>
            <a:hueOff val="0"/>
            <a:satOff val="0"/>
            <a:lumOff val="0"/>
            <a:alphaOff val="0"/>
          </a:schemeClr>
        </a:solidFill>
        <a:ln w="25400" cap="flat" cmpd="sng" algn="ctr">
          <a:solidFill>
            <a:schemeClr val="accent1">
              <a:shade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800100">
            <a:lnSpc>
              <a:spcPct val="90000"/>
            </a:lnSpc>
            <a:spcBef>
              <a:spcPct val="0"/>
            </a:spcBef>
            <a:spcAft>
              <a:spcPct val="35000"/>
            </a:spcAft>
            <a:buNone/>
          </a:pPr>
          <a:r>
            <a:rPr lang="en-US" sz="1800" kern="1200">
              <a:latin typeface="Segoe UI Semibold" panose="020B0702040204020203" pitchFamily="34" charset="0"/>
              <a:cs typeface="Segoe UI Semibold" panose="020B0702040204020203" pitchFamily="34" charset="0"/>
            </a:rPr>
            <a:t>19DH110978</a:t>
          </a:r>
          <a:endParaRPr lang="en-US" sz="1800" kern="1200" dirty="0">
            <a:latin typeface="Segoe UI Semibold" panose="020B0702040204020203" pitchFamily="34" charset="0"/>
            <a:cs typeface="Segoe UI Semibold" panose="020B0702040204020203" pitchFamily="34" charset="0"/>
          </a:endParaRPr>
        </a:p>
      </dsp:txBody>
      <dsp:txXfrm>
        <a:off x="26728" y="289954"/>
        <a:ext cx="1335695" cy="520702"/>
      </dsp:txXfrm>
    </dsp:sp>
    <dsp:sp modelId="{458DA2AB-B9BB-40E0-A1DD-8D51796EDFAC}">
      <dsp:nvSpPr>
        <dsp:cNvPr id="0" name=""/>
        <dsp:cNvSpPr/>
      </dsp:nvSpPr>
      <dsp:spPr>
        <a:xfrm>
          <a:off x="1389151" y="903894"/>
          <a:ext cx="3953739" cy="8607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b" anchorCtr="0">
          <a:noAutofit/>
        </a:bodyPr>
        <a:lstStyle/>
        <a:p>
          <a:pPr marL="0" lvl="0" indent="0" algn="l" defTabSz="800100">
            <a:lnSpc>
              <a:spcPct val="90000"/>
            </a:lnSpc>
            <a:spcBef>
              <a:spcPct val="0"/>
            </a:spcBef>
            <a:spcAft>
              <a:spcPct val="35000"/>
            </a:spcAft>
            <a:buNone/>
          </a:pPr>
          <a:r>
            <a:rPr lang="en-US" sz="1800" kern="1200">
              <a:latin typeface="Segoe UI Semibold" panose="020B0702040204020203" pitchFamily="34" charset="0"/>
              <a:ea typeface="+mn-ea"/>
              <a:cs typeface="Segoe UI Semibold" panose="020B0702040204020203" pitchFamily="34" charset="0"/>
            </a:rPr>
            <a:t>Lê Quốc </a:t>
          </a:r>
          <a:r>
            <a:rPr lang="en-US" sz="2800" b="0" kern="1200">
              <a:latin typeface="Segoe UI Semibold" panose="020B0702040204020203" pitchFamily="34" charset="0"/>
              <a:cs typeface="Segoe UI Semibold" panose="020B0702040204020203" pitchFamily="34" charset="0"/>
            </a:rPr>
            <a:t>Hưng</a:t>
          </a:r>
          <a:endParaRPr lang="en-US" sz="2000" kern="1200" dirty="0">
            <a:latin typeface="Segoe UI Semibold" panose="020B0702040204020203" pitchFamily="34" charset="0"/>
            <a:cs typeface="Segoe UI Semibold" panose="020B0702040204020203" pitchFamily="34" charset="0"/>
          </a:endParaRPr>
        </a:p>
      </dsp:txBody>
      <dsp:txXfrm>
        <a:off x="1389151" y="903894"/>
        <a:ext cx="3953739" cy="860766"/>
      </dsp:txXfrm>
    </dsp:sp>
    <dsp:sp modelId="{93353125-8E29-4EEB-AD8E-BEB493801DC0}">
      <dsp:nvSpPr>
        <dsp:cNvPr id="0" name=""/>
        <dsp:cNvSpPr/>
      </dsp:nvSpPr>
      <dsp:spPr>
        <a:xfrm>
          <a:off x="0" y="1167031"/>
          <a:ext cx="1389151" cy="547430"/>
        </a:xfrm>
        <a:prstGeom prst="round2SameRect">
          <a:avLst>
            <a:gd name="adj1" fmla="val 16670"/>
            <a:gd name="adj2" fmla="val 0"/>
          </a:avLst>
        </a:prstGeom>
        <a:solidFill>
          <a:schemeClr val="accent1">
            <a:shade val="50000"/>
            <a:hueOff val="163120"/>
            <a:satOff val="21536"/>
            <a:lumOff val="25211"/>
            <a:alphaOff val="0"/>
          </a:schemeClr>
        </a:solidFill>
        <a:ln w="25400" cap="flat" cmpd="sng" algn="ctr">
          <a:solidFill>
            <a:schemeClr val="accent1">
              <a:shade val="50000"/>
              <a:hueOff val="163120"/>
              <a:satOff val="21536"/>
              <a:lumOff val="25211"/>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800100">
            <a:lnSpc>
              <a:spcPct val="90000"/>
            </a:lnSpc>
            <a:spcBef>
              <a:spcPct val="0"/>
            </a:spcBef>
            <a:spcAft>
              <a:spcPct val="35000"/>
            </a:spcAft>
            <a:buNone/>
          </a:pPr>
          <a:r>
            <a:rPr lang="en-US" sz="1800" kern="1200">
              <a:latin typeface="Segoe UI Semibold" panose="020B0702040204020203" pitchFamily="34" charset="0"/>
              <a:cs typeface="Segoe UI Semibold" panose="020B0702040204020203" pitchFamily="34" charset="0"/>
            </a:rPr>
            <a:t>19DH111234</a:t>
          </a:r>
          <a:endParaRPr lang="en-US" sz="1800" kern="1200" dirty="0">
            <a:latin typeface="Segoe UI Semibold" panose="020B0702040204020203" pitchFamily="34" charset="0"/>
            <a:cs typeface="Segoe UI Semibold" panose="020B0702040204020203" pitchFamily="34" charset="0"/>
          </a:endParaRPr>
        </a:p>
      </dsp:txBody>
      <dsp:txXfrm>
        <a:off x="26728" y="1193759"/>
        <a:ext cx="1335695" cy="520702"/>
      </dsp:txXfrm>
    </dsp:sp>
    <dsp:sp modelId="{3B0C74AB-1BDB-48D7-9BEE-9388A688375C}">
      <dsp:nvSpPr>
        <dsp:cNvPr id="0" name=""/>
        <dsp:cNvSpPr/>
      </dsp:nvSpPr>
      <dsp:spPr>
        <a:xfrm>
          <a:off x="1389151" y="1807699"/>
          <a:ext cx="3953739" cy="8607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b" anchorCtr="0">
          <a:noAutofit/>
        </a:bodyPr>
        <a:lstStyle/>
        <a:p>
          <a:pPr marL="0" lvl="0" indent="0" algn="l" defTabSz="889000">
            <a:lnSpc>
              <a:spcPct val="90000"/>
            </a:lnSpc>
            <a:spcBef>
              <a:spcPct val="0"/>
            </a:spcBef>
            <a:spcAft>
              <a:spcPct val="35000"/>
            </a:spcAft>
            <a:buNone/>
          </a:pPr>
          <a:r>
            <a:rPr lang="en-US" sz="2000" kern="1200">
              <a:latin typeface="Segoe UI Semibold" panose="020B0702040204020203" pitchFamily="34" charset="0"/>
              <a:cs typeface="Segoe UI Semibold" panose="020B0702040204020203" pitchFamily="34" charset="0"/>
            </a:rPr>
            <a:t>Huỳnh Vĩnh </a:t>
          </a:r>
          <a:r>
            <a:rPr lang="en-US" sz="2800" kern="1200">
              <a:latin typeface="Segoe UI Semibold" panose="020B0702040204020203" pitchFamily="34" charset="0"/>
              <a:cs typeface="Segoe UI Semibold" panose="020B0702040204020203" pitchFamily="34" charset="0"/>
            </a:rPr>
            <a:t>Đạt</a:t>
          </a:r>
          <a:endParaRPr lang="en-US" sz="2800" kern="1200" dirty="0">
            <a:latin typeface="Segoe UI Semibold" panose="020B0702040204020203" pitchFamily="34" charset="0"/>
            <a:cs typeface="Segoe UI Semibold" panose="020B0702040204020203" pitchFamily="34" charset="0"/>
          </a:endParaRPr>
        </a:p>
      </dsp:txBody>
      <dsp:txXfrm>
        <a:off x="1389151" y="1807699"/>
        <a:ext cx="3953739" cy="860766"/>
      </dsp:txXfrm>
    </dsp:sp>
    <dsp:sp modelId="{CF1F0201-22A7-4FF4-AEB4-7BCA4EDDC556}">
      <dsp:nvSpPr>
        <dsp:cNvPr id="0" name=""/>
        <dsp:cNvSpPr/>
      </dsp:nvSpPr>
      <dsp:spPr>
        <a:xfrm>
          <a:off x="0" y="1962030"/>
          <a:ext cx="1389151" cy="552104"/>
        </a:xfrm>
        <a:prstGeom prst="round2SameRect">
          <a:avLst>
            <a:gd name="adj1" fmla="val 16670"/>
            <a:gd name="adj2" fmla="val 0"/>
          </a:avLst>
        </a:prstGeom>
        <a:solidFill>
          <a:schemeClr val="accent1">
            <a:shade val="50000"/>
            <a:hueOff val="163120"/>
            <a:satOff val="21536"/>
            <a:lumOff val="25211"/>
            <a:alphaOff val="0"/>
          </a:schemeClr>
        </a:solidFill>
        <a:ln w="25400" cap="flat" cmpd="sng" algn="ctr">
          <a:solidFill>
            <a:schemeClr val="accent1">
              <a:shade val="50000"/>
              <a:hueOff val="163120"/>
              <a:satOff val="21536"/>
              <a:lumOff val="25211"/>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800100">
            <a:lnSpc>
              <a:spcPct val="90000"/>
            </a:lnSpc>
            <a:spcBef>
              <a:spcPct val="0"/>
            </a:spcBef>
            <a:spcAft>
              <a:spcPct val="35000"/>
            </a:spcAft>
            <a:buNone/>
          </a:pPr>
          <a:r>
            <a:rPr lang="en-US" sz="1800" kern="1200">
              <a:latin typeface="Segoe UI Semibold" panose="020B0702040204020203" pitchFamily="34" charset="0"/>
              <a:cs typeface="Segoe UI Semibold" panose="020B0702040204020203" pitchFamily="34" charset="0"/>
            </a:rPr>
            <a:t>19DH111132</a:t>
          </a:r>
          <a:endParaRPr lang="en-US" sz="1800" kern="1200" dirty="0">
            <a:latin typeface="Segoe UI Semibold" panose="020B0702040204020203" pitchFamily="34" charset="0"/>
            <a:cs typeface="Segoe UI Semibold" panose="020B0702040204020203" pitchFamily="34" charset="0"/>
          </a:endParaRPr>
        </a:p>
      </dsp:txBody>
      <dsp:txXfrm>
        <a:off x="26956" y="1988986"/>
        <a:ext cx="1335239" cy="525148"/>
      </dsp:txXfrm>
    </dsp:sp>
  </dsp:spTree>
</dsp:drawing>
</file>

<file path=ppt/diagrams/layout1.xml><?xml version="1.0" encoding="utf-8"?>
<dgm:layoutDef xmlns:dgm="http://schemas.openxmlformats.org/drawingml/2006/diagram" xmlns:a="http://schemas.openxmlformats.org/drawingml/2006/main" uniqueId="urn:microsoft.com/office/officeart/2011/layout/TabList">
  <dgm:title val="Tab List"/>
  <dgm:desc val="Use to show non-sequential or grouped blocks of information. Works well for lists with a small amount of Level 1 text. The first Level 2 displays next to the Level 1 text  and the remaining Level 2 text appears beneath the Level 1 text."/>
  <dgm:catLst>
    <dgm:cat type="list" pri="4500"/>
    <dgm:cat type="officeonline" pri="11000"/>
  </dgm:catLst>
  <dgm:sampData>
    <dgm:dataModel>
      <dgm:ptLst>
        <dgm:pt modelId="0" type="doc"/>
        <dgm:pt modelId="10">
          <dgm:prSet phldr="1"/>
        </dgm:pt>
        <dgm:pt modelId="11">
          <dgm:prSet phldr="1"/>
        </dgm:pt>
        <dgm:pt modelId="12">
          <dgm:prSet phldr="1"/>
        </dgm:pt>
        <dgm:pt modelId="20">
          <dgm:prSet phldr="1"/>
        </dgm:pt>
        <dgm:pt modelId="21">
          <dgm:prSet phldr="1"/>
        </dgm:pt>
        <dgm:pt modelId="22">
          <dgm:prSet phldr="1"/>
        </dgm:pt>
        <dgm:pt modelId="30">
          <dgm:prSet phldr="1"/>
        </dgm:pt>
        <dgm:pt modelId="31">
          <dgm:prSet phldr="1"/>
        </dgm:pt>
        <dgm:pt modelId="32">
          <dgm:prSet phldr="1"/>
        </dgm:pt>
      </dgm:ptLst>
      <dgm:cxnLst>
        <dgm:cxn modelId="40" srcId="0" destId="10" srcOrd="0" destOrd="0"/>
        <dgm:cxn modelId="41" srcId="10" destId="11" srcOrd="0" destOrd="0"/>
        <dgm:cxn modelId="42" srcId="10" destId="12" srcOrd="0" destOrd="0"/>
        <dgm:cxn modelId="50" srcId="0" destId="20" srcOrd="1" destOrd="0"/>
        <dgm:cxn modelId="51" srcId="20" destId="21" srcOrd="1" destOrd="0"/>
        <dgm:cxn modelId="52" srcId="20" destId="22" srcOrd="1" destOrd="0"/>
        <dgm:cxn modelId="60" srcId="0" destId="30" srcOrd="2" destOrd="0"/>
        <dgm:cxn modelId="61" srcId="30" destId="31" srcOrd="2" destOrd="0"/>
        <dgm:cxn modelId="62" srcId="30" destId="32"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dgm:chPref val="3"/>
      <dgm:dir/>
      <dgm:animOne val="branch"/>
      <dgm:animLvl val="lvl"/>
    </dgm:varLst>
    <dgm:alg type="lin">
      <dgm:param type="linDir" val="fromT"/>
    </dgm:alg>
    <dgm:shape xmlns:r="http://schemas.openxmlformats.org/officeDocument/2006/relationships" r:blip="">
      <dgm:adjLst/>
    </dgm:shape>
    <dgm:constrLst>
      <dgm:constr type="w" for="ch" forName="Child" refType="w"/>
      <dgm:constr type="h" for="ch" forName="Child" refType="h" fact="0.6667"/>
      <dgm:constr type="primFontSz" for="des" forName="Parent" op="equ" val="65"/>
      <dgm:constr type="primFontSz" for="des" forName="Child" op="equ" val="65"/>
      <dgm:constr type="primFontSz" for="des" forName="FirstChild" op="equ" val="65"/>
      <dgm:constr type="primFontSz" for="des" forName="Child" refType="primFontSz" refFor="des" refForName="Parent" op="lte"/>
      <dgm:constr type="primFontSz" for="des" forName="FirstChild" refType="primFontSz" refFor="des" refForName="Parent" op="lte"/>
      <dgm:constr type="primFontSz" for="des" forName="Child" refType="primFontSz" refFor="des" refForName="FirstChild" op="lte"/>
      <dgm:constr type="w" for="ch" forName="composite" refType="w"/>
      <dgm:constr type="h" for="ch" forName="composite" refType="h" fact="0.3333"/>
      <dgm:constr type="sp" refType="h" refFor="ch" refForName="composite" op="equ" fact="0.05"/>
      <dgm:constr type="h" for="ch" forName="sibTrans" refType="h" refFor="ch" refForName="composite" op="equ" fact="0.05"/>
      <dgm:constr type="w" for="ch" forName="sibTrans" refType="h" refFor="ch" refForName="sibTrans" op="equ"/>
    </dgm:constrLst>
    <dgm:forEach name="nodesForEach" axis="ch" ptType="node">
      <dgm:layoutNode name="composite">
        <dgm:alg type="composite"/>
        <dgm:shape xmlns:r="http://schemas.openxmlformats.org/officeDocument/2006/relationships" r:blip="">
          <dgm:adjLst/>
        </dgm:shape>
        <dgm:choose name="Name1">
          <dgm:if name="Name2" func="var" arg="dir" op="equ" val="norm">
            <dgm:constrLst>
              <dgm:constr type="l" for="ch" forName="Accent" refType="w" fact="0"/>
              <dgm:constr type="b" for="ch" forName="Accent" refType="h"/>
              <dgm:constr type="w" for="ch" forName="Accent" refType="w"/>
              <dgm:constr type="h" for="ch" forName="Accent" refType="h" fact="0"/>
              <dgm:constr type="l" for="ch" forName="FirstChild" refType="w" fact="0.26"/>
              <dgm:constr type="t" for="ch" forName="FirstChild" refType="h" fact="0"/>
              <dgm:constr type="w" for="ch" forName="FirstChild" refType="w" fact="0.74"/>
              <dgm:constr type="h" for="ch" forName="FirstChild" refType="h"/>
              <dgm:constr type="l" for="ch" forName="Parent" refType="w" fact="0"/>
              <dgm:constr type="t" for="ch" forName="Parent" refType="h" fact="0"/>
              <dgm:constr type="w" for="ch" forName="Parent" refType="w" fact="0.26"/>
              <dgm:constr type="h" for="ch" forName="Parent" refType="h"/>
            </dgm:constrLst>
          </dgm:if>
          <dgm:else name="Name3">
            <dgm:constrLst>
              <dgm:constr type="l" for="ch" forName="Accent" refType="w" fact="0"/>
              <dgm:constr type="b" for="ch" forName="Accent" refType="h"/>
              <dgm:constr type="w" for="ch" forName="Accent" refType="w"/>
              <dgm:constr type="h" for="ch" forName="Accent" refType="h" fact="0"/>
              <dgm:constr type="r" for="ch" forName="FirstChild" refType="w" fact="0.74"/>
              <dgm:constr type="t" for="ch" forName="FirstChild" refType="h" fact="0"/>
              <dgm:constr type="w" for="ch" forName="FirstChild" refType="w" fact="0.74"/>
              <dgm:constr type="h" for="ch" forName="FirstChild" refType="h"/>
              <dgm:constr type="r" for="ch" forName="Parent" refType="w"/>
              <dgm:constr type="t" for="ch" forName="Parent" refType="h" fact="0"/>
              <dgm:constr type="w" for="ch" forName="Parent" refType="w" fact="0.26"/>
              <dgm:constr type="h" for="ch" forName="Parent" refType="h"/>
            </dgm:constrLst>
          </dgm:else>
        </dgm:choose>
        <dgm:layoutNode name="FirstChild" styleLbl="revTx">
          <dgm:varLst>
            <dgm:chMax val="0"/>
            <dgm:chPref val="0"/>
            <dgm:bulletEnabled val="1"/>
          </dgm:varLst>
          <dgm:choose name="Name4">
            <dgm:if name="Name5" func="var" arg="dir" op="equ" val="norm">
              <dgm:alg type="tx">
                <dgm:param type="parTxLTRAlign" val="l"/>
                <dgm:param type="txAnchorVert" val="b"/>
                <dgm:param type="txAnchorVertCh" val="b"/>
                <dgm:param type="parTxRTLAlign" val="l"/>
              </dgm:alg>
            </dgm:if>
            <dgm:else name="Name6">
              <dgm:alg type="tx">
                <dgm:param type="parTxLTRAlign" val="r"/>
                <dgm:param type="shpTxLTRAlignCh" val="r"/>
                <dgm:param type="txAnchorVert" val="b"/>
                <dgm:param type="txAnchorVertCh" val="b"/>
                <dgm:param type="parTxRTLAlign" val="r"/>
              </dgm:alg>
            </dgm:else>
          </dgm:choose>
          <dgm:shape xmlns:r="http://schemas.openxmlformats.org/officeDocument/2006/relationships" type="rect" r:blip="">
            <dgm:adjLst/>
          </dgm:shape>
          <dgm:choose name="Name7">
            <dgm:if name="Name8" axis="ch" ptType="node" func="cnt" op="gte" val="1">
              <dgm:presOf axis="ch desOrSelf" ptType="node node" st="1 1" cnt="1 0"/>
            </dgm:if>
            <dgm:else name="Name9">
              <dgm:presOf/>
            </dgm:else>
          </dgm:choos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Parent" styleLbl="alignNode1">
          <dgm:varLst>
            <dgm:chMax val="3"/>
            <dgm:chPref val="3"/>
            <dgm:bulletEnabled val="1"/>
          </dgm:varLst>
          <dgm:alg type="tx">
            <dgm:param type="shpTxLTRAlignCh" val="ctr"/>
            <dgm:param type="txAnchorVertCh" val="mid"/>
          </dgm:alg>
          <dgm:shape xmlns:r="http://schemas.openxmlformats.org/officeDocument/2006/relationships" type="round2SameRect" r:blip="">
            <dgm:adjLst>
              <dgm:adj idx="1" val="0.1667"/>
              <dgm:adj idx="2" val="0"/>
            </dgm:adjLst>
          </dgm:shape>
          <dgm:presOf axis="self" ptType="nod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Accent" styleLbl="parChTrans1D1">
          <dgm:alg type="sp"/>
          <dgm:shape xmlns:r="http://schemas.openxmlformats.org/officeDocument/2006/relationships" type="line" r:blip="" zOrderOff="-99999">
            <dgm:adjLst/>
          </dgm:shape>
          <dgm:presOf/>
        </dgm:layoutNode>
      </dgm:layoutNode>
      <dgm:choose name="Name10">
        <dgm:if name="Name11" axis="ch" ptType="node" st="2" cnt="1" func="cnt" op="gte" val="1">
          <dgm:layoutNode name="Child" styleLbl="revTx">
            <dgm:varLst>
              <dgm:chMax val="0"/>
              <dgm:chPref val="0"/>
              <dgm:bulletEnabled val="1"/>
            </dgm:varLst>
            <dgm:choose name="Name12">
              <dgm:if name="Name13" func="var" arg="dir" op="equ" val="norm">
                <dgm:alg type="tx">
                  <dgm:param type="stBulletLvl" val="1"/>
                  <dgm:param type="parTxLTRAlign" val="l"/>
                  <dgm:param type="parTxRTLAlign" val="l"/>
                  <dgm:param type="txAnchorVert" val="t"/>
                </dgm:alg>
              </dgm:if>
              <dgm:else name="Name14">
                <dgm:alg type="tx">
                  <dgm:param type="stBulletLvl" val="1"/>
                  <dgm:param type="parTxLTRAlign" val="r"/>
                  <dgm:param type="shpTxLTRAlignCh" val="r"/>
                  <dgm:param type="txAnchorVert" val="t"/>
                  <dgm:param type="parTxRTLAlign" val="r"/>
                </dgm:alg>
              </dgm:else>
            </dgm:choose>
            <dgm:shape xmlns:r="http://schemas.openxmlformats.org/officeDocument/2006/relationships" type="rect" r:blip="">
              <dgm:adjLst/>
            </dgm:shape>
            <dgm:presOf axis="ch desOrSelf" ptType="node node" st="2 1" cnt="0 0"/>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if>
        <dgm:else name="Name15"/>
      </dgm:choos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1" name="Google Shape;141;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1" name="Google Shape;141;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694821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1" name="Google Shape;141;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217445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7" name="Google Shape;14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4" name="Google Shape;154;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4" name="Google Shape;154;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6085991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5" name="Google Shape;165;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76" name="Google Shape;176;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76" name="Google Shape;176;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983064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76" name="Google Shape;176;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2563996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2" name="Google Shape;182;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3247316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8" name="Google Shape;188;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spTree>
      <p:nvGrpSpPr>
        <p:cNvPr id="1" name="Shape 22"/>
        <p:cNvGrpSpPr/>
        <p:nvPr/>
      </p:nvGrpSpPr>
      <p:grpSpPr>
        <a:xfrm>
          <a:off x="0" y="0"/>
          <a:ext cx="0" cy="0"/>
          <a:chOff x="0" y="0"/>
          <a:chExt cx="0" cy="0"/>
        </a:xfrm>
      </p:grpSpPr>
      <p:grpSp>
        <p:nvGrpSpPr>
          <p:cNvPr id="23" name="Google Shape;23;p2"/>
          <p:cNvGrpSpPr/>
          <p:nvPr/>
        </p:nvGrpSpPr>
        <p:grpSpPr>
          <a:xfrm>
            <a:off x="0" y="-8467"/>
            <a:ext cx="12192000" cy="6866467"/>
            <a:chOff x="0" y="-8467"/>
            <a:chExt cx="12192000" cy="6866467"/>
          </a:xfrm>
        </p:grpSpPr>
        <p:sp>
          <p:nvSpPr>
            <p:cNvPr id="24" name="Google Shape;24;p2"/>
            <p:cNvSpPr/>
            <p:nvPr/>
          </p:nvSpPr>
          <p:spPr>
            <a:xfrm>
              <a:off x="0" y="-7862"/>
              <a:ext cx="863600" cy="5698067"/>
            </a:xfrm>
            <a:custGeom>
              <a:avLst/>
              <a:gdLst/>
              <a:ahLst/>
              <a:cxnLst/>
              <a:rect l="l" t="t" r="r" b="b"/>
              <a:pathLst>
                <a:path w="863600" h="5698067" extrusionOk="0">
                  <a:moveTo>
                    <a:pt x="0" y="8467"/>
                  </a:moveTo>
                  <a:lnTo>
                    <a:pt x="863600" y="0"/>
                  </a:lnTo>
                  <a:lnTo>
                    <a:pt x="863600" y="16934"/>
                  </a:lnTo>
                  <a:lnTo>
                    <a:pt x="0" y="5698067"/>
                  </a:lnTo>
                  <a:lnTo>
                    <a:pt x="0" y="8467"/>
                  </a:lnTo>
                  <a:close/>
                </a:path>
              </a:pathLst>
            </a:custGeom>
            <a:solidFill>
              <a:schemeClr val="accent1">
                <a:alpha val="69803"/>
              </a:schemeClr>
            </a:solidFill>
            <a:ln>
              <a:noFill/>
            </a:ln>
          </p:spPr>
        </p:sp>
        <p:cxnSp>
          <p:nvCxnSpPr>
            <p:cNvPr id="25" name="Google Shape;25;p2"/>
            <p:cNvCxnSpPr/>
            <p:nvPr/>
          </p:nvCxnSpPr>
          <p:spPr>
            <a:xfrm>
              <a:off x="9371012" y="0"/>
              <a:ext cx="1219200" cy="6858000"/>
            </a:xfrm>
            <a:prstGeom prst="straightConnector1">
              <a:avLst/>
            </a:prstGeom>
            <a:noFill/>
            <a:ln w="9525" cap="flat" cmpd="sng">
              <a:solidFill>
                <a:schemeClr val="accent1">
                  <a:alpha val="69803"/>
                </a:schemeClr>
              </a:solidFill>
              <a:prstDash val="solid"/>
              <a:round/>
              <a:headEnd type="none" w="sm" len="sm"/>
              <a:tailEnd type="none" w="sm" len="sm"/>
            </a:ln>
          </p:spPr>
        </p:cxnSp>
        <p:cxnSp>
          <p:nvCxnSpPr>
            <p:cNvPr id="26" name="Google Shape;26;p2"/>
            <p:cNvCxnSpPr/>
            <p:nvPr/>
          </p:nvCxnSpPr>
          <p:spPr>
            <a:xfrm flipH="1">
              <a:off x="7425267" y="3681413"/>
              <a:ext cx="4763558" cy="3176587"/>
            </a:xfrm>
            <a:prstGeom prst="straightConnector1">
              <a:avLst/>
            </a:prstGeom>
            <a:noFill/>
            <a:ln w="9525" cap="flat" cmpd="sng">
              <a:solidFill>
                <a:schemeClr val="accent1">
                  <a:alpha val="69803"/>
                </a:schemeClr>
              </a:solidFill>
              <a:prstDash val="solid"/>
              <a:round/>
              <a:headEnd type="none" w="sm" len="sm"/>
              <a:tailEnd type="none" w="sm" len="sm"/>
            </a:ln>
          </p:spPr>
        </p:cxnSp>
        <p:sp>
          <p:nvSpPr>
            <p:cNvPr id="27" name="Google Shape;27;p2"/>
            <p:cNvSpPr/>
            <p:nvPr/>
          </p:nvSpPr>
          <p:spPr>
            <a:xfrm>
              <a:off x="9181476" y="-8467"/>
              <a:ext cx="3007349" cy="6866467"/>
            </a:xfrm>
            <a:custGeom>
              <a:avLst/>
              <a:gdLst/>
              <a:ahLst/>
              <a:cxnLst/>
              <a:rect l="l" t="t" r="r" b="b"/>
              <a:pathLst>
                <a:path w="3007349" h="6866467" extrusionOk="0">
                  <a:moveTo>
                    <a:pt x="2045532" y="0"/>
                  </a:moveTo>
                  <a:lnTo>
                    <a:pt x="3007349" y="0"/>
                  </a:lnTo>
                  <a:lnTo>
                    <a:pt x="3007349" y="6866467"/>
                  </a:lnTo>
                  <a:lnTo>
                    <a:pt x="0" y="6866467"/>
                  </a:lnTo>
                  <a:lnTo>
                    <a:pt x="2045532" y="0"/>
                  </a:lnTo>
                  <a:close/>
                </a:path>
              </a:pathLst>
            </a:custGeom>
            <a:solidFill>
              <a:schemeClr val="accent1">
                <a:alpha val="35686"/>
              </a:schemeClr>
            </a:solidFill>
            <a:ln>
              <a:noFill/>
            </a:ln>
          </p:spPr>
        </p:sp>
        <p:sp>
          <p:nvSpPr>
            <p:cNvPr id="28" name="Google Shape;28;p2"/>
            <p:cNvSpPr/>
            <p:nvPr/>
          </p:nvSpPr>
          <p:spPr>
            <a:xfrm>
              <a:off x="9603442" y="-8467"/>
              <a:ext cx="2588558" cy="6866467"/>
            </a:xfrm>
            <a:custGeom>
              <a:avLst/>
              <a:gdLst/>
              <a:ahLst/>
              <a:cxnLst/>
              <a:rect l="l" t="t" r="r" b="b"/>
              <a:pathLst>
                <a:path w="2573311" h="6866467" extrusionOk="0">
                  <a:moveTo>
                    <a:pt x="0" y="0"/>
                  </a:moveTo>
                  <a:lnTo>
                    <a:pt x="2573311" y="0"/>
                  </a:lnTo>
                  <a:lnTo>
                    <a:pt x="2573311" y="6866467"/>
                  </a:lnTo>
                  <a:lnTo>
                    <a:pt x="1202336" y="6866467"/>
                  </a:lnTo>
                  <a:lnTo>
                    <a:pt x="0" y="0"/>
                  </a:lnTo>
                  <a:close/>
                </a:path>
              </a:pathLst>
            </a:custGeom>
            <a:solidFill>
              <a:schemeClr val="accent1">
                <a:alpha val="20000"/>
              </a:schemeClr>
            </a:solidFill>
            <a:ln>
              <a:noFill/>
            </a:ln>
          </p:spPr>
        </p:sp>
        <p:sp>
          <p:nvSpPr>
            <p:cNvPr id="29" name="Google Shape;29;p2"/>
            <p:cNvSpPr/>
            <p:nvPr/>
          </p:nvSpPr>
          <p:spPr>
            <a:xfrm>
              <a:off x="8932333" y="3048000"/>
              <a:ext cx="3259667" cy="3810000"/>
            </a:xfrm>
            <a:prstGeom prst="triangle">
              <a:avLst>
                <a:gd name="adj" fmla="val 100000"/>
              </a:avLst>
            </a:prstGeom>
            <a:solidFill>
              <a:srgbClr val="16B0E3">
                <a:alpha val="65882"/>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2"/>
            <p:cNvSpPr/>
            <p:nvPr/>
          </p:nvSpPr>
          <p:spPr>
            <a:xfrm>
              <a:off x="9334500" y="-8467"/>
              <a:ext cx="2854326" cy="6866467"/>
            </a:xfrm>
            <a:custGeom>
              <a:avLst/>
              <a:gdLst/>
              <a:ahLst/>
              <a:cxnLst/>
              <a:rect l="l" t="t" r="r" b="b"/>
              <a:pathLst>
                <a:path w="2858013" h="6866467" extrusionOk="0">
                  <a:moveTo>
                    <a:pt x="0" y="0"/>
                  </a:moveTo>
                  <a:lnTo>
                    <a:pt x="2858013" y="0"/>
                  </a:lnTo>
                  <a:lnTo>
                    <a:pt x="2858013" y="6866467"/>
                  </a:lnTo>
                  <a:lnTo>
                    <a:pt x="2473942" y="6866467"/>
                  </a:lnTo>
                  <a:lnTo>
                    <a:pt x="0" y="0"/>
                  </a:lnTo>
                  <a:close/>
                </a:path>
              </a:pathLst>
            </a:custGeom>
            <a:solidFill>
              <a:srgbClr val="16B0E3">
                <a:alpha val="49803"/>
              </a:srgbClr>
            </a:solidFill>
            <a:ln>
              <a:noFill/>
            </a:ln>
          </p:spPr>
        </p:sp>
        <p:sp>
          <p:nvSpPr>
            <p:cNvPr id="31" name="Google Shape;31;p2"/>
            <p:cNvSpPr/>
            <p:nvPr/>
          </p:nvSpPr>
          <p:spPr>
            <a:xfrm>
              <a:off x="10898730" y="-8467"/>
              <a:ext cx="1290094" cy="6866467"/>
            </a:xfrm>
            <a:custGeom>
              <a:avLst/>
              <a:gdLst/>
              <a:ahLst/>
              <a:cxnLst/>
              <a:rect l="l" t="t" r="r" b="b"/>
              <a:pathLst>
                <a:path w="1290094" h="6858000" extrusionOk="0">
                  <a:moveTo>
                    <a:pt x="1019735" y="0"/>
                  </a:moveTo>
                  <a:lnTo>
                    <a:pt x="1290094" y="0"/>
                  </a:lnTo>
                  <a:lnTo>
                    <a:pt x="1290094" y="6858000"/>
                  </a:lnTo>
                  <a:lnTo>
                    <a:pt x="0" y="6858000"/>
                  </a:lnTo>
                  <a:lnTo>
                    <a:pt x="1019735" y="0"/>
                  </a:lnTo>
                  <a:close/>
                </a:path>
              </a:pathLst>
            </a:custGeom>
            <a:solidFill>
              <a:schemeClr val="accent2">
                <a:alpha val="69803"/>
              </a:schemeClr>
            </a:solidFill>
            <a:ln>
              <a:noFill/>
            </a:ln>
          </p:spPr>
        </p:sp>
        <p:sp>
          <p:nvSpPr>
            <p:cNvPr id="32" name="Google Shape;32;p2"/>
            <p:cNvSpPr/>
            <p:nvPr/>
          </p:nvSpPr>
          <p:spPr>
            <a:xfrm>
              <a:off x="10938999" y="-8467"/>
              <a:ext cx="1249825" cy="6866467"/>
            </a:xfrm>
            <a:custGeom>
              <a:avLst/>
              <a:gdLst/>
              <a:ahLst/>
              <a:cxnLst/>
              <a:rect l="l" t="t" r="r" b="b"/>
              <a:pathLst>
                <a:path w="1249825" h="6858000" extrusionOk="0">
                  <a:moveTo>
                    <a:pt x="0" y="0"/>
                  </a:moveTo>
                  <a:lnTo>
                    <a:pt x="1249825" y="0"/>
                  </a:lnTo>
                  <a:lnTo>
                    <a:pt x="1249825" y="6858000"/>
                  </a:lnTo>
                  <a:lnTo>
                    <a:pt x="1109382" y="6858000"/>
                  </a:lnTo>
                  <a:lnTo>
                    <a:pt x="0" y="0"/>
                  </a:lnTo>
                  <a:close/>
                </a:path>
              </a:pathLst>
            </a:custGeom>
            <a:solidFill>
              <a:srgbClr val="226292">
                <a:alpha val="80000"/>
              </a:srgbClr>
            </a:solidFill>
            <a:ln>
              <a:noFill/>
            </a:ln>
          </p:spPr>
        </p:sp>
        <p:sp>
          <p:nvSpPr>
            <p:cNvPr id="33" name="Google Shape;33;p2"/>
            <p:cNvSpPr/>
            <p:nvPr/>
          </p:nvSpPr>
          <p:spPr>
            <a:xfrm>
              <a:off x="10371666" y="3589867"/>
              <a:ext cx="1817159" cy="3268133"/>
            </a:xfrm>
            <a:prstGeom prst="triangle">
              <a:avLst>
                <a:gd name="adj" fmla="val 100000"/>
              </a:avLst>
            </a:prstGeom>
            <a:solidFill>
              <a:srgbClr val="16B0E3">
                <a:alpha val="65882"/>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4" name="Google Shape;34;p2"/>
          <p:cNvSpPr txBox="1">
            <a:spLocks noGrp="1"/>
          </p:cNvSpPr>
          <p:nvPr>
            <p:ph type="ctrTitle"/>
          </p:nvPr>
        </p:nvSpPr>
        <p:spPr>
          <a:xfrm>
            <a:off x="1507067" y="2404534"/>
            <a:ext cx="7766936" cy="1646302"/>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Clr>
                <a:schemeClr val="accent1"/>
              </a:buClr>
              <a:buSzPts val="5400"/>
              <a:buFont typeface="Arial"/>
              <a:buNone/>
              <a:defRPr sz="5400">
                <a:solidFill>
                  <a:schemeClr val="accen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
          <p:cNvSpPr txBox="1">
            <a:spLocks noGrp="1"/>
          </p:cNvSpPr>
          <p:nvPr>
            <p:ph type="subTitle" idx="1"/>
          </p:nvPr>
        </p:nvSpPr>
        <p:spPr>
          <a:xfrm>
            <a:off x="1507067" y="4050833"/>
            <a:ext cx="7766936" cy="1096899"/>
          </a:xfrm>
          <a:prstGeom prst="rect">
            <a:avLst/>
          </a:prstGeom>
          <a:noFill/>
          <a:ln>
            <a:noFill/>
          </a:ln>
        </p:spPr>
        <p:txBody>
          <a:bodyPr spcFirstLastPara="1" wrap="square" lIns="91425" tIns="45700" rIns="91425" bIns="45700" anchor="t" anchorCtr="0">
            <a:noAutofit/>
          </a:bodyPr>
          <a:lstStyle>
            <a:lvl1pPr lvl="0" algn="r">
              <a:spcBef>
                <a:spcPts val="1000"/>
              </a:spcBef>
              <a:spcAft>
                <a:spcPts val="0"/>
              </a:spcAft>
              <a:buSzPts val="1440"/>
              <a:buNone/>
              <a:defRPr>
                <a:solidFill>
                  <a:srgbClr val="7F7F7F"/>
                </a:solidFill>
              </a:defRPr>
            </a:lvl1pPr>
            <a:lvl2pPr lvl="1" algn="ctr">
              <a:spcBef>
                <a:spcPts val="1000"/>
              </a:spcBef>
              <a:spcAft>
                <a:spcPts val="0"/>
              </a:spcAft>
              <a:buSzPts val="1280"/>
              <a:buNone/>
              <a:defRPr>
                <a:solidFill>
                  <a:srgbClr val="888888"/>
                </a:solidFill>
              </a:defRPr>
            </a:lvl2pPr>
            <a:lvl3pPr lvl="2" algn="ctr">
              <a:spcBef>
                <a:spcPts val="1000"/>
              </a:spcBef>
              <a:spcAft>
                <a:spcPts val="0"/>
              </a:spcAft>
              <a:buSzPts val="1120"/>
              <a:buNone/>
              <a:defRPr>
                <a:solidFill>
                  <a:srgbClr val="888888"/>
                </a:solidFill>
              </a:defRPr>
            </a:lvl3pPr>
            <a:lvl4pPr lvl="3" algn="ctr">
              <a:spcBef>
                <a:spcPts val="1000"/>
              </a:spcBef>
              <a:spcAft>
                <a:spcPts val="0"/>
              </a:spcAft>
              <a:buSzPts val="960"/>
              <a:buNone/>
              <a:defRPr>
                <a:solidFill>
                  <a:srgbClr val="888888"/>
                </a:solidFill>
              </a:defRPr>
            </a:lvl4pPr>
            <a:lvl5pPr lvl="4" algn="ctr">
              <a:spcBef>
                <a:spcPts val="1000"/>
              </a:spcBef>
              <a:spcAft>
                <a:spcPts val="0"/>
              </a:spcAft>
              <a:buSzPts val="960"/>
              <a:buNone/>
              <a:defRPr>
                <a:solidFill>
                  <a:srgbClr val="888888"/>
                </a:solidFill>
              </a:defRPr>
            </a:lvl5pPr>
            <a:lvl6pPr lvl="5" algn="ctr">
              <a:spcBef>
                <a:spcPts val="1000"/>
              </a:spcBef>
              <a:spcAft>
                <a:spcPts val="0"/>
              </a:spcAft>
              <a:buSzPts val="960"/>
              <a:buNone/>
              <a:defRPr>
                <a:solidFill>
                  <a:srgbClr val="888888"/>
                </a:solidFill>
              </a:defRPr>
            </a:lvl6pPr>
            <a:lvl7pPr lvl="6" algn="ctr">
              <a:spcBef>
                <a:spcPts val="1000"/>
              </a:spcBef>
              <a:spcAft>
                <a:spcPts val="0"/>
              </a:spcAft>
              <a:buSzPts val="960"/>
              <a:buNone/>
              <a:defRPr>
                <a:solidFill>
                  <a:srgbClr val="888888"/>
                </a:solidFill>
              </a:defRPr>
            </a:lvl7pPr>
            <a:lvl8pPr lvl="7" algn="ctr">
              <a:spcBef>
                <a:spcPts val="1000"/>
              </a:spcBef>
              <a:spcAft>
                <a:spcPts val="0"/>
              </a:spcAft>
              <a:buSzPts val="960"/>
              <a:buNone/>
              <a:defRPr>
                <a:solidFill>
                  <a:srgbClr val="888888"/>
                </a:solidFill>
              </a:defRPr>
            </a:lvl8pPr>
            <a:lvl9pPr lvl="8" algn="ctr">
              <a:spcBef>
                <a:spcPts val="1000"/>
              </a:spcBef>
              <a:spcAft>
                <a:spcPts val="0"/>
              </a:spcAft>
              <a:buSzPts val="960"/>
              <a:buNone/>
              <a:defRPr>
                <a:solidFill>
                  <a:srgbClr val="888888"/>
                </a:solidFill>
              </a:defRPr>
            </a:lvl9pPr>
          </a:lstStyle>
          <a:p>
            <a:endParaRPr/>
          </a:p>
        </p:txBody>
      </p:sp>
      <p:sp>
        <p:nvSpPr>
          <p:cNvPr id="36" name="Google Shape;36;p2"/>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2"/>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2"/>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vi-V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9"/>
        <p:cNvGrpSpPr/>
        <p:nvPr/>
      </p:nvGrpSpPr>
      <p:grpSpPr>
        <a:xfrm>
          <a:off x="0" y="0"/>
          <a:ext cx="0" cy="0"/>
          <a:chOff x="0" y="0"/>
          <a:chExt cx="0" cy="0"/>
        </a:xfrm>
      </p:grpSpPr>
      <p:sp>
        <p:nvSpPr>
          <p:cNvPr id="40" name="Google Shape;40;p3"/>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Clr>
                <a:schemeClr val="accent1"/>
              </a:buClr>
              <a:buSzPts val="3600"/>
              <a:buFont typeface="Arial"/>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3"/>
          <p:cNvSpPr txBox="1">
            <a:spLocks noGrp="1"/>
          </p:cNvSpPr>
          <p:nvPr>
            <p:ph type="body" idx="1"/>
          </p:nvPr>
        </p:nvSpPr>
        <p:spPr>
          <a:xfrm>
            <a:off x="675745" y="2160983"/>
            <a:ext cx="4185623" cy="576262"/>
          </a:xfrm>
          <a:prstGeom prst="rect">
            <a:avLst/>
          </a:prstGeom>
          <a:noFill/>
          <a:ln>
            <a:noFill/>
          </a:ln>
        </p:spPr>
        <p:txBody>
          <a:bodyPr spcFirstLastPara="1" wrap="square" lIns="91425" tIns="45700" rIns="91425" bIns="45700" anchor="b" anchorCtr="0">
            <a:noAutofit/>
          </a:bodyPr>
          <a:lstStyle>
            <a:lvl1pPr marL="457200" lvl="0" indent="-228600" algn="l">
              <a:spcBef>
                <a:spcPts val="1000"/>
              </a:spcBef>
              <a:spcAft>
                <a:spcPts val="0"/>
              </a:spcAft>
              <a:buSzPts val="1920"/>
              <a:buNone/>
              <a:defRPr sz="2400" b="0"/>
            </a:lvl1pPr>
            <a:lvl2pPr marL="914400" lvl="1" indent="-228600" algn="l">
              <a:spcBef>
                <a:spcPts val="1000"/>
              </a:spcBef>
              <a:spcAft>
                <a:spcPts val="0"/>
              </a:spcAft>
              <a:buSzPts val="1600"/>
              <a:buNone/>
              <a:defRPr sz="2000" b="1"/>
            </a:lvl2pPr>
            <a:lvl3pPr marL="1371600" lvl="2" indent="-228600" algn="l">
              <a:spcBef>
                <a:spcPts val="1000"/>
              </a:spcBef>
              <a:spcAft>
                <a:spcPts val="0"/>
              </a:spcAft>
              <a:buSzPts val="1440"/>
              <a:buNone/>
              <a:defRPr sz="1800" b="1"/>
            </a:lvl3pPr>
            <a:lvl4pPr marL="1828800" lvl="3" indent="-228600" algn="l">
              <a:spcBef>
                <a:spcPts val="1000"/>
              </a:spcBef>
              <a:spcAft>
                <a:spcPts val="0"/>
              </a:spcAft>
              <a:buSzPts val="1280"/>
              <a:buNone/>
              <a:defRPr sz="1600" b="1"/>
            </a:lvl4pPr>
            <a:lvl5pPr marL="2286000" lvl="4" indent="-228600" algn="l">
              <a:spcBef>
                <a:spcPts val="1000"/>
              </a:spcBef>
              <a:spcAft>
                <a:spcPts val="0"/>
              </a:spcAft>
              <a:buSzPts val="1280"/>
              <a:buNone/>
              <a:defRPr sz="1600" b="1"/>
            </a:lvl5pPr>
            <a:lvl6pPr marL="2743200" lvl="5" indent="-228600" algn="l">
              <a:spcBef>
                <a:spcPts val="1000"/>
              </a:spcBef>
              <a:spcAft>
                <a:spcPts val="0"/>
              </a:spcAft>
              <a:buSzPts val="1280"/>
              <a:buNone/>
              <a:defRPr sz="1600" b="1"/>
            </a:lvl6pPr>
            <a:lvl7pPr marL="3200400" lvl="6" indent="-228600" algn="l">
              <a:spcBef>
                <a:spcPts val="1000"/>
              </a:spcBef>
              <a:spcAft>
                <a:spcPts val="0"/>
              </a:spcAft>
              <a:buSzPts val="1280"/>
              <a:buNone/>
              <a:defRPr sz="1600" b="1"/>
            </a:lvl7pPr>
            <a:lvl8pPr marL="3657600" lvl="7" indent="-228600" algn="l">
              <a:spcBef>
                <a:spcPts val="1000"/>
              </a:spcBef>
              <a:spcAft>
                <a:spcPts val="0"/>
              </a:spcAft>
              <a:buSzPts val="1280"/>
              <a:buNone/>
              <a:defRPr sz="1600" b="1"/>
            </a:lvl8pPr>
            <a:lvl9pPr marL="4114800" lvl="8" indent="-228600" algn="l">
              <a:spcBef>
                <a:spcPts val="1000"/>
              </a:spcBef>
              <a:spcAft>
                <a:spcPts val="0"/>
              </a:spcAft>
              <a:buSzPts val="1280"/>
              <a:buNone/>
              <a:defRPr sz="1600" b="1"/>
            </a:lvl9pPr>
          </a:lstStyle>
          <a:p>
            <a:endParaRPr/>
          </a:p>
        </p:txBody>
      </p:sp>
      <p:sp>
        <p:nvSpPr>
          <p:cNvPr id="42" name="Google Shape;42;p3"/>
          <p:cNvSpPr txBox="1">
            <a:spLocks noGrp="1"/>
          </p:cNvSpPr>
          <p:nvPr>
            <p:ph type="body" idx="2"/>
          </p:nvPr>
        </p:nvSpPr>
        <p:spPr>
          <a:xfrm>
            <a:off x="675745" y="2737245"/>
            <a:ext cx="4185623" cy="3304117"/>
          </a:xfrm>
          <a:prstGeom prst="rect">
            <a:avLst/>
          </a:prstGeom>
          <a:noFill/>
          <a:ln>
            <a:noFill/>
          </a:ln>
        </p:spPr>
        <p:txBody>
          <a:bodyPr spcFirstLastPara="1" wrap="square" lIns="91425" tIns="45700" rIns="91425" bIns="45700" anchor="t" anchorCtr="0">
            <a:no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39" algn="l">
              <a:spcBef>
                <a:spcPts val="1000"/>
              </a:spcBef>
              <a:spcAft>
                <a:spcPts val="0"/>
              </a:spcAft>
              <a:buSzPts val="1440"/>
              <a:buChar char="►"/>
              <a:defRPr/>
            </a:lvl3pPr>
            <a:lvl4pPr marL="1828800" lvl="3" indent="-320039" algn="l">
              <a:spcBef>
                <a:spcPts val="1000"/>
              </a:spcBef>
              <a:spcAft>
                <a:spcPts val="0"/>
              </a:spcAft>
              <a:buSzPts val="1440"/>
              <a:buChar char="►"/>
              <a:defRPr/>
            </a:lvl4pPr>
            <a:lvl5pPr marL="2286000" lvl="4" indent="-320039" algn="l">
              <a:spcBef>
                <a:spcPts val="1000"/>
              </a:spcBef>
              <a:spcAft>
                <a:spcPts val="0"/>
              </a:spcAft>
              <a:buSzPts val="1440"/>
              <a:buChar char="►"/>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43" name="Google Shape;43;p3"/>
          <p:cNvSpPr txBox="1">
            <a:spLocks noGrp="1"/>
          </p:cNvSpPr>
          <p:nvPr>
            <p:ph type="body" idx="3"/>
          </p:nvPr>
        </p:nvSpPr>
        <p:spPr>
          <a:xfrm>
            <a:off x="5088383" y="2160983"/>
            <a:ext cx="4185618" cy="576262"/>
          </a:xfrm>
          <a:prstGeom prst="rect">
            <a:avLst/>
          </a:prstGeom>
          <a:noFill/>
          <a:ln>
            <a:noFill/>
          </a:ln>
        </p:spPr>
        <p:txBody>
          <a:bodyPr spcFirstLastPara="1" wrap="square" lIns="91425" tIns="45700" rIns="91425" bIns="45700" anchor="b" anchorCtr="0">
            <a:noAutofit/>
          </a:bodyPr>
          <a:lstStyle>
            <a:lvl1pPr marL="457200" lvl="0" indent="-228600" algn="l">
              <a:spcBef>
                <a:spcPts val="1000"/>
              </a:spcBef>
              <a:spcAft>
                <a:spcPts val="0"/>
              </a:spcAft>
              <a:buSzPts val="1920"/>
              <a:buNone/>
              <a:defRPr sz="2400" b="0"/>
            </a:lvl1pPr>
            <a:lvl2pPr marL="914400" lvl="1" indent="-228600" algn="l">
              <a:spcBef>
                <a:spcPts val="1000"/>
              </a:spcBef>
              <a:spcAft>
                <a:spcPts val="0"/>
              </a:spcAft>
              <a:buSzPts val="1600"/>
              <a:buNone/>
              <a:defRPr sz="2000" b="1"/>
            </a:lvl2pPr>
            <a:lvl3pPr marL="1371600" lvl="2" indent="-228600" algn="l">
              <a:spcBef>
                <a:spcPts val="1000"/>
              </a:spcBef>
              <a:spcAft>
                <a:spcPts val="0"/>
              </a:spcAft>
              <a:buSzPts val="1440"/>
              <a:buNone/>
              <a:defRPr sz="1800" b="1"/>
            </a:lvl3pPr>
            <a:lvl4pPr marL="1828800" lvl="3" indent="-228600" algn="l">
              <a:spcBef>
                <a:spcPts val="1000"/>
              </a:spcBef>
              <a:spcAft>
                <a:spcPts val="0"/>
              </a:spcAft>
              <a:buSzPts val="1280"/>
              <a:buNone/>
              <a:defRPr sz="1600" b="1"/>
            </a:lvl4pPr>
            <a:lvl5pPr marL="2286000" lvl="4" indent="-228600" algn="l">
              <a:spcBef>
                <a:spcPts val="1000"/>
              </a:spcBef>
              <a:spcAft>
                <a:spcPts val="0"/>
              </a:spcAft>
              <a:buSzPts val="1280"/>
              <a:buNone/>
              <a:defRPr sz="1600" b="1"/>
            </a:lvl5pPr>
            <a:lvl6pPr marL="2743200" lvl="5" indent="-228600" algn="l">
              <a:spcBef>
                <a:spcPts val="1000"/>
              </a:spcBef>
              <a:spcAft>
                <a:spcPts val="0"/>
              </a:spcAft>
              <a:buSzPts val="1280"/>
              <a:buNone/>
              <a:defRPr sz="1600" b="1"/>
            </a:lvl6pPr>
            <a:lvl7pPr marL="3200400" lvl="6" indent="-228600" algn="l">
              <a:spcBef>
                <a:spcPts val="1000"/>
              </a:spcBef>
              <a:spcAft>
                <a:spcPts val="0"/>
              </a:spcAft>
              <a:buSzPts val="1280"/>
              <a:buNone/>
              <a:defRPr sz="1600" b="1"/>
            </a:lvl7pPr>
            <a:lvl8pPr marL="3657600" lvl="7" indent="-228600" algn="l">
              <a:spcBef>
                <a:spcPts val="1000"/>
              </a:spcBef>
              <a:spcAft>
                <a:spcPts val="0"/>
              </a:spcAft>
              <a:buSzPts val="1280"/>
              <a:buNone/>
              <a:defRPr sz="1600" b="1"/>
            </a:lvl8pPr>
            <a:lvl9pPr marL="4114800" lvl="8" indent="-228600" algn="l">
              <a:spcBef>
                <a:spcPts val="1000"/>
              </a:spcBef>
              <a:spcAft>
                <a:spcPts val="0"/>
              </a:spcAft>
              <a:buSzPts val="1280"/>
              <a:buNone/>
              <a:defRPr sz="1600" b="1"/>
            </a:lvl9pPr>
          </a:lstStyle>
          <a:p>
            <a:endParaRPr/>
          </a:p>
        </p:txBody>
      </p:sp>
      <p:sp>
        <p:nvSpPr>
          <p:cNvPr id="44" name="Google Shape;44;p3"/>
          <p:cNvSpPr txBox="1">
            <a:spLocks noGrp="1"/>
          </p:cNvSpPr>
          <p:nvPr>
            <p:ph type="body" idx="4"/>
          </p:nvPr>
        </p:nvSpPr>
        <p:spPr>
          <a:xfrm>
            <a:off x="5088384" y="2737245"/>
            <a:ext cx="4185617" cy="3304117"/>
          </a:xfrm>
          <a:prstGeom prst="rect">
            <a:avLst/>
          </a:prstGeom>
          <a:noFill/>
          <a:ln>
            <a:noFill/>
          </a:ln>
        </p:spPr>
        <p:txBody>
          <a:bodyPr spcFirstLastPara="1" wrap="square" lIns="91425" tIns="45700" rIns="91425" bIns="45700" anchor="t" anchorCtr="0">
            <a:no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39" algn="l">
              <a:spcBef>
                <a:spcPts val="1000"/>
              </a:spcBef>
              <a:spcAft>
                <a:spcPts val="0"/>
              </a:spcAft>
              <a:buSzPts val="1440"/>
              <a:buChar char="►"/>
              <a:defRPr/>
            </a:lvl3pPr>
            <a:lvl4pPr marL="1828800" lvl="3" indent="-320039" algn="l">
              <a:spcBef>
                <a:spcPts val="1000"/>
              </a:spcBef>
              <a:spcAft>
                <a:spcPts val="0"/>
              </a:spcAft>
              <a:buSzPts val="1440"/>
              <a:buChar char="►"/>
              <a:defRPr/>
            </a:lvl4pPr>
            <a:lvl5pPr marL="2286000" lvl="4" indent="-320039" algn="l">
              <a:spcBef>
                <a:spcPts val="1000"/>
              </a:spcBef>
              <a:spcAft>
                <a:spcPts val="0"/>
              </a:spcAft>
              <a:buSzPts val="1440"/>
              <a:buChar char="►"/>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45" name="Google Shape;45;p3"/>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6" name="Google Shape;46;p3"/>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3"/>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vi-V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48"/>
        <p:cNvGrpSpPr/>
        <p:nvPr/>
      </p:nvGrpSpPr>
      <p:grpSpPr>
        <a:xfrm>
          <a:off x="0" y="0"/>
          <a:ext cx="0" cy="0"/>
          <a:chOff x="0" y="0"/>
          <a:chExt cx="0" cy="0"/>
        </a:xfrm>
      </p:grpSpPr>
      <p:sp>
        <p:nvSpPr>
          <p:cNvPr id="49" name="Google Shape;49;p4"/>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0" name="Google Shape;50;p4"/>
          <p:cNvSpPr txBox="1">
            <a:spLocks noGrp="1"/>
          </p:cNvSpPr>
          <p:nvPr>
            <p:ph type="body" idx="1"/>
          </p:nvPr>
        </p:nvSpPr>
        <p:spPr>
          <a:xfrm>
            <a:off x="677334" y="2160589"/>
            <a:ext cx="8596668" cy="3880773"/>
          </a:xfrm>
          <a:prstGeom prst="rect">
            <a:avLst/>
          </a:prstGeom>
          <a:noFill/>
          <a:ln>
            <a:noFill/>
          </a:ln>
        </p:spPr>
        <p:txBody>
          <a:bodyPr spcFirstLastPara="1" wrap="square" lIns="91425" tIns="45700" rIns="91425" bIns="45700" anchor="t" anchorCtr="0">
            <a:no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39" algn="l">
              <a:spcBef>
                <a:spcPts val="1000"/>
              </a:spcBef>
              <a:spcAft>
                <a:spcPts val="0"/>
              </a:spcAft>
              <a:buSzPts val="1440"/>
              <a:buChar char="►"/>
              <a:defRPr/>
            </a:lvl3pPr>
            <a:lvl4pPr marL="1828800" lvl="3" indent="-320039" algn="l">
              <a:spcBef>
                <a:spcPts val="1000"/>
              </a:spcBef>
              <a:spcAft>
                <a:spcPts val="0"/>
              </a:spcAft>
              <a:buSzPts val="1440"/>
              <a:buChar char="►"/>
              <a:defRPr/>
            </a:lvl4pPr>
            <a:lvl5pPr marL="2286000" lvl="4" indent="-320039" algn="l">
              <a:spcBef>
                <a:spcPts val="1000"/>
              </a:spcBef>
              <a:spcAft>
                <a:spcPts val="0"/>
              </a:spcAft>
              <a:buSzPts val="1440"/>
              <a:buChar char="►"/>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51" name="Google Shape;51;p4"/>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4"/>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4"/>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vi-V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54"/>
        <p:cNvGrpSpPr/>
        <p:nvPr/>
      </p:nvGrpSpPr>
      <p:grpSpPr>
        <a:xfrm>
          <a:off x="0" y="0"/>
          <a:ext cx="0" cy="0"/>
          <a:chOff x="0" y="0"/>
          <a:chExt cx="0" cy="0"/>
        </a:xfrm>
      </p:grpSpPr>
      <p:sp>
        <p:nvSpPr>
          <p:cNvPr id="55" name="Google Shape;55;p5"/>
          <p:cNvSpPr txBox="1">
            <a:spLocks noGrp="1"/>
          </p:cNvSpPr>
          <p:nvPr>
            <p:ph type="title"/>
          </p:nvPr>
        </p:nvSpPr>
        <p:spPr>
          <a:xfrm>
            <a:off x="677335" y="2700867"/>
            <a:ext cx="8596668" cy="1826581"/>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Clr>
                <a:schemeClr val="accent1"/>
              </a:buClr>
              <a:buSzPts val="4000"/>
              <a:buFont typeface="Arial"/>
              <a:buNone/>
              <a:defRPr sz="40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5"/>
          <p:cNvSpPr txBox="1">
            <a:spLocks noGrp="1"/>
          </p:cNvSpPr>
          <p:nvPr>
            <p:ph type="body" idx="1"/>
          </p:nvPr>
        </p:nvSpPr>
        <p:spPr>
          <a:xfrm>
            <a:off x="677335" y="4527448"/>
            <a:ext cx="8596668" cy="860400"/>
          </a:xfrm>
          <a:prstGeom prst="rect">
            <a:avLst/>
          </a:prstGeom>
          <a:noFill/>
          <a:ln>
            <a:noFill/>
          </a:ln>
        </p:spPr>
        <p:txBody>
          <a:bodyPr spcFirstLastPara="1" wrap="square" lIns="91425" tIns="45700" rIns="91425" bIns="45700" anchor="t" anchorCtr="0">
            <a:noAutofit/>
          </a:bodyPr>
          <a:lstStyle>
            <a:lvl1pPr marL="457200" lvl="0" indent="-228600" algn="l">
              <a:spcBef>
                <a:spcPts val="1000"/>
              </a:spcBef>
              <a:spcAft>
                <a:spcPts val="0"/>
              </a:spcAft>
              <a:buSzPts val="1600"/>
              <a:buNone/>
              <a:defRPr sz="2000">
                <a:solidFill>
                  <a:srgbClr val="7F7F7F"/>
                </a:solidFill>
              </a:defRPr>
            </a:lvl1pPr>
            <a:lvl2pPr marL="914400" lvl="1" indent="-228600" algn="l">
              <a:spcBef>
                <a:spcPts val="1000"/>
              </a:spcBef>
              <a:spcAft>
                <a:spcPts val="0"/>
              </a:spcAft>
              <a:buSzPts val="1440"/>
              <a:buNone/>
              <a:defRPr sz="1800">
                <a:solidFill>
                  <a:srgbClr val="888888"/>
                </a:solidFill>
              </a:defRPr>
            </a:lvl2pPr>
            <a:lvl3pPr marL="1371600" lvl="2" indent="-228600" algn="l">
              <a:spcBef>
                <a:spcPts val="1000"/>
              </a:spcBef>
              <a:spcAft>
                <a:spcPts val="0"/>
              </a:spcAft>
              <a:buSzPts val="1280"/>
              <a:buNone/>
              <a:defRPr sz="1600">
                <a:solidFill>
                  <a:srgbClr val="888888"/>
                </a:solidFill>
              </a:defRPr>
            </a:lvl3pPr>
            <a:lvl4pPr marL="1828800" lvl="3" indent="-228600" algn="l">
              <a:spcBef>
                <a:spcPts val="1000"/>
              </a:spcBef>
              <a:spcAft>
                <a:spcPts val="0"/>
              </a:spcAft>
              <a:buSzPts val="1120"/>
              <a:buNone/>
              <a:defRPr sz="1400">
                <a:solidFill>
                  <a:srgbClr val="888888"/>
                </a:solidFill>
              </a:defRPr>
            </a:lvl4pPr>
            <a:lvl5pPr marL="2286000" lvl="4" indent="-228600" algn="l">
              <a:spcBef>
                <a:spcPts val="1000"/>
              </a:spcBef>
              <a:spcAft>
                <a:spcPts val="0"/>
              </a:spcAft>
              <a:buSzPts val="1120"/>
              <a:buNone/>
              <a:defRPr sz="1400">
                <a:solidFill>
                  <a:srgbClr val="888888"/>
                </a:solidFill>
              </a:defRPr>
            </a:lvl5pPr>
            <a:lvl6pPr marL="2743200" lvl="5" indent="-228600" algn="l">
              <a:spcBef>
                <a:spcPts val="1000"/>
              </a:spcBef>
              <a:spcAft>
                <a:spcPts val="0"/>
              </a:spcAft>
              <a:buSzPts val="1120"/>
              <a:buNone/>
              <a:defRPr sz="1400">
                <a:solidFill>
                  <a:srgbClr val="888888"/>
                </a:solidFill>
              </a:defRPr>
            </a:lvl6pPr>
            <a:lvl7pPr marL="3200400" lvl="6" indent="-228600" algn="l">
              <a:spcBef>
                <a:spcPts val="1000"/>
              </a:spcBef>
              <a:spcAft>
                <a:spcPts val="0"/>
              </a:spcAft>
              <a:buSzPts val="1120"/>
              <a:buNone/>
              <a:defRPr sz="1400">
                <a:solidFill>
                  <a:srgbClr val="888888"/>
                </a:solidFill>
              </a:defRPr>
            </a:lvl7pPr>
            <a:lvl8pPr marL="3657600" lvl="7" indent="-228600" algn="l">
              <a:spcBef>
                <a:spcPts val="1000"/>
              </a:spcBef>
              <a:spcAft>
                <a:spcPts val="0"/>
              </a:spcAft>
              <a:buSzPts val="1120"/>
              <a:buNone/>
              <a:defRPr sz="1400">
                <a:solidFill>
                  <a:srgbClr val="888888"/>
                </a:solidFill>
              </a:defRPr>
            </a:lvl8pPr>
            <a:lvl9pPr marL="4114800" lvl="8" indent="-228600" algn="l">
              <a:spcBef>
                <a:spcPts val="1000"/>
              </a:spcBef>
              <a:spcAft>
                <a:spcPts val="0"/>
              </a:spcAft>
              <a:buSzPts val="1120"/>
              <a:buNone/>
              <a:defRPr sz="1400">
                <a:solidFill>
                  <a:srgbClr val="888888"/>
                </a:solidFill>
              </a:defRPr>
            </a:lvl9pPr>
          </a:lstStyle>
          <a:p>
            <a:endParaRPr/>
          </a:p>
        </p:txBody>
      </p:sp>
      <p:sp>
        <p:nvSpPr>
          <p:cNvPr id="57" name="Google Shape;57;p5"/>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 name="Google Shape;58;p5"/>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5"/>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vi-V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60"/>
        <p:cNvGrpSpPr/>
        <p:nvPr/>
      </p:nvGrpSpPr>
      <p:grpSpPr>
        <a:xfrm>
          <a:off x="0" y="0"/>
          <a:ext cx="0" cy="0"/>
          <a:chOff x="0" y="0"/>
          <a:chExt cx="0" cy="0"/>
        </a:xfrm>
      </p:grpSpPr>
      <p:sp>
        <p:nvSpPr>
          <p:cNvPr id="61" name="Google Shape;61;p6"/>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2" name="Google Shape;62;p6"/>
          <p:cNvSpPr txBox="1">
            <a:spLocks noGrp="1"/>
          </p:cNvSpPr>
          <p:nvPr>
            <p:ph type="body" idx="1"/>
          </p:nvPr>
        </p:nvSpPr>
        <p:spPr>
          <a:xfrm>
            <a:off x="677334" y="2160589"/>
            <a:ext cx="4184035" cy="3880772"/>
          </a:xfrm>
          <a:prstGeom prst="rect">
            <a:avLst/>
          </a:prstGeom>
          <a:noFill/>
          <a:ln>
            <a:noFill/>
          </a:ln>
        </p:spPr>
        <p:txBody>
          <a:bodyPr spcFirstLastPara="1" wrap="square" lIns="91425" tIns="45700" rIns="91425" bIns="45700" anchor="t" anchorCtr="0">
            <a:no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39" algn="l">
              <a:spcBef>
                <a:spcPts val="1000"/>
              </a:spcBef>
              <a:spcAft>
                <a:spcPts val="0"/>
              </a:spcAft>
              <a:buSzPts val="1440"/>
              <a:buChar char="►"/>
              <a:defRPr/>
            </a:lvl3pPr>
            <a:lvl4pPr marL="1828800" lvl="3" indent="-320039" algn="l">
              <a:spcBef>
                <a:spcPts val="1000"/>
              </a:spcBef>
              <a:spcAft>
                <a:spcPts val="0"/>
              </a:spcAft>
              <a:buSzPts val="1440"/>
              <a:buChar char="►"/>
              <a:defRPr/>
            </a:lvl4pPr>
            <a:lvl5pPr marL="2286000" lvl="4" indent="-320039" algn="l">
              <a:spcBef>
                <a:spcPts val="1000"/>
              </a:spcBef>
              <a:spcAft>
                <a:spcPts val="0"/>
              </a:spcAft>
              <a:buSzPts val="1440"/>
              <a:buChar char="►"/>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63" name="Google Shape;63;p6"/>
          <p:cNvSpPr txBox="1">
            <a:spLocks noGrp="1"/>
          </p:cNvSpPr>
          <p:nvPr>
            <p:ph type="body" idx="2"/>
          </p:nvPr>
        </p:nvSpPr>
        <p:spPr>
          <a:xfrm>
            <a:off x="5089970" y="2160589"/>
            <a:ext cx="4184034" cy="3880773"/>
          </a:xfrm>
          <a:prstGeom prst="rect">
            <a:avLst/>
          </a:prstGeom>
          <a:noFill/>
          <a:ln>
            <a:noFill/>
          </a:ln>
        </p:spPr>
        <p:txBody>
          <a:bodyPr spcFirstLastPara="1" wrap="square" lIns="91425" tIns="45700" rIns="91425" bIns="45700" anchor="t" anchorCtr="0">
            <a:no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39" algn="l">
              <a:spcBef>
                <a:spcPts val="1000"/>
              </a:spcBef>
              <a:spcAft>
                <a:spcPts val="0"/>
              </a:spcAft>
              <a:buSzPts val="1440"/>
              <a:buChar char="►"/>
              <a:defRPr/>
            </a:lvl3pPr>
            <a:lvl4pPr marL="1828800" lvl="3" indent="-320039" algn="l">
              <a:spcBef>
                <a:spcPts val="1000"/>
              </a:spcBef>
              <a:spcAft>
                <a:spcPts val="0"/>
              </a:spcAft>
              <a:buSzPts val="1440"/>
              <a:buChar char="►"/>
              <a:defRPr/>
            </a:lvl4pPr>
            <a:lvl5pPr marL="2286000" lvl="4" indent="-320039" algn="l">
              <a:spcBef>
                <a:spcPts val="1000"/>
              </a:spcBef>
              <a:spcAft>
                <a:spcPts val="0"/>
              </a:spcAft>
              <a:buSzPts val="1440"/>
              <a:buChar char="►"/>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64" name="Google Shape;64;p6"/>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6"/>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6"/>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vi-V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67"/>
        <p:cNvGrpSpPr/>
        <p:nvPr/>
      </p:nvGrpSpPr>
      <p:grpSpPr>
        <a:xfrm>
          <a:off x="0" y="0"/>
          <a:ext cx="0" cy="0"/>
          <a:chOff x="0" y="0"/>
          <a:chExt cx="0" cy="0"/>
        </a:xfrm>
      </p:grpSpPr>
      <p:sp>
        <p:nvSpPr>
          <p:cNvPr id="68" name="Google Shape;68;p7"/>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9" name="Google Shape;69;p7"/>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7"/>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7"/>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vi-V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72"/>
        <p:cNvGrpSpPr/>
        <p:nvPr/>
      </p:nvGrpSpPr>
      <p:grpSpPr>
        <a:xfrm>
          <a:off x="0" y="0"/>
          <a:ext cx="0" cy="0"/>
          <a:chOff x="0" y="0"/>
          <a:chExt cx="0" cy="0"/>
        </a:xfrm>
      </p:grpSpPr>
      <p:sp>
        <p:nvSpPr>
          <p:cNvPr id="73" name="Google Shape;73;p8"/>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4" name="Google Shape;74;p8"/>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5" name="Google Shape;75;p8"/>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vi-V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76"/>
        <p:cNvGrpSpPr/>
        <p:nvPr/>
      </p:nvGrpSpPr>
      <p:grpSpPr>
        <a:xfrm>
          <a:off x="0" y="0"/>
          <a:ext cx="0" cy="0"/>
          <a:chOff x="0" y="0"/>
          <a:chExt cx="0" cy="0"/>
        </a:xfrm>
      </p:grpSpPr>
      <p:sp>
        <p:nvSpPr>
          <p:cNvPr id="77" name="Google Shape;77;p9"/>
          <p:cNvSpPr txBox="1">
            <a:spLocks noGrp="1"/>
          </p:cNvSpPr>
          <p:nvPr>
            <p:ph type="title"/>
          </p:nvPr>
        </p:nvSpPr>
        <p:spPr>
          <a:xfrm>
            <a:off x="677334" y="1498604"/>
            <a:ext cx="3854528" cy="1278466"/>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Clr>
                <a:schemeClr val="accent1"/>
              </a:buClr>
              <a:buSzPts val="2000"/>
              <a:buFont typeface="Arial"/>
              <a:buNone/>
              <a:defRPr sz="2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9"/>
          <p:cNvSpPr txBox="1">
            <a:spLocks noGrp="1"/>
          </p:cNvSpPr>
          <p:nvPr>
            <p:ph type="body" idx="1"/>
          </p:nvPr>
        </p:nvSpPr>
        <p:spPr>
          <a:xfrm>
            <a:off x="4760461" y="514924"/>
            <a:ext cx="4513541" cy="5526437"/>
          </a:xfrm>
          <a:prstGeom prst="rect">
            <a:avLst/>
          </a:prstGeom>
          <a:noFill/>
          <a:ln>
            <a:noFill/>
          </a:ln>
        </p:spPr>
        <p:txBody>
          <a:bodyPr spcFirstLastPara="1" wrap="square" lIns="91425" tIns="45700" rIns="91425" bIns="45700" anchor="t" anchorCtr="0">
            <a:no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39" algn="l">
              <a:spcBef>
                <a:spcPts val="1000"/>
              </a:spcBef>
              <a:spcAft>
                <a:spcPts val="0"/>
              </a:spcAft>
              <a:buSzPts val="1440"/>
              <a:buChar char="►"/>
              <a:defRPr/>
            </a:lvl3pPr>
            <a:lvl4pPr marL="1828800" lvl="3" indent="-320039" algn="l">
              <a:spcBef>
                <a:spcPts val="1000"/>
              </a:spcBef>
              <a:spcAft>
                <a:spcPts val="0"/>
              </a:spcAft>
              <a:buSzPts val="1440"/>
              <a:buChar char="►"/>
              <a:defRPr/>
            </a:lvl4pPr>
            <a:lvl5pPr marL="2286000" lvl="4" indent="-320039" algn="l">
              <a:spcBef>
                <a:spcPts val="1000"/>
              </a:spcBef>
              <a:spcAft>
                <a:spcPts val="0"/>
              </a:spcAft>
              <a:buSzPts val="1440"/>
              <a:buChar char="►"/>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79" name="Google Shape;79;p9"/>
          <p:cNvSpPr txBox="1">
            <a:spLocks noGrp="1"/>
          </p:cNvSpPr>
          <p:nvPr>
            <p:ph type="body" idx="2"/>
          </p:nvPr>
        </p:nvSpPr>
        <p:spPr>
          <a:xfrm>
            <a:off x="677334" y="2777069"/>
            <a:ext cx="3854528" cy="2584449"/>
          </a:xfrm>
          <a:prstGeom prst="rect">
            <a:avLst/>
          </a:prstGeom>
          <a:noFill/>
          <a:ln>
            <a:noFill/>
          </a:ln>
        </p:spPr>
        <p:txBody>
          <a:bodyPr spcFirstLastPara="1" wrap="square" lIns="91425" tIns="45700" rIns="91425" bIns="45700" anchor="t" anchorCtr="0">
            <a:noAutofit/>
          </a:bodyPr>
          <a:lstStyle>
            <a:lvl1pPr marL="457200" lvl="0" indent="-228600" algn="l">
              <a:spcBef>
                <a:spcPts val="1000"/>
              </a:spcBef>
              <a:spcAft>
                <a:spcPts val="0"/>
              </a:spcAft>
              <a:buSzPts val="1120"/>
              <a:buNone/>
              <a:defRPr sz="1400"/>
            </a:lvl1pPr>
            <a:lvl2pPr marL="914400" lvl="1" indent="-228600" algn="l">
              <a:spcBef>
                <a:spcPts val="1000"/>
              </a:spcBef>
              <a:spcAft>
                <a:spcPts val="0"/>
              </a:spcAft>
              <a:buSzPts val="1120"/>
              <a:buNone/>
              <a:defRPr sz="1400"/>
            </a:lvl2pPr>
            <a:lvl3pPr marL="1371600" lvl="2" indent="-228600" algn="l">
              <a:spcBef>
                <a:spcPts val="1000"/>
              </a:spcBef>
              <a:spcAft>
                <a:spcPts val="0"/>
              </a:spcAft>
              <a:buSzPts val="960"/>
              <a:buNone/>
              <a:defRPr sz="1200"/>
            </a:lvl3pPr>
            <a:lvl4pPr marL="1828800" lvl="3" indent="-228600" algn="l">
              <a:spcBef>
                <a:spcPts val="1000"/>
              </a:spcBef>
              <a:spcAft>
                <a:spcPts val="0"/>
              </a:spcAft>
              <a:buSzPts val="800"/>
              <a:buNone/>
              <a:defRPr sz="1000"/>
            </a:lvl4pPr>
            <a:lvl5pPr marL="2286000" lvl="4" indent="-228600" algn="l">
              <a:spcBef>
                <a:spcPts val="1000"/>
              </a:spcBef>
              <a:spcAft>
                <a:spcPts val="0"/>
              </a:spcAft>
              <a:buSzPts val="800"/>
              <a:buNone/>
              <a:defRPr sz="1000"/>
            </a:lvl5pPr>
            <a:lvl6pPr marL="2743200" lvl="5" indent="-228600" algn="l">
              <a:spcBef>
                <a:spcPts val="1000"/>
              </a:spcBef>
              <a:spcAft>
                <a:spcPts val="0"/>
              </a:spcAft>
              <a:buSzPts val="800"/>
              <a:buNone/>
              <a:defRPr sz="1000"/>
            </a:lvl6pPr>
            <a:lvl7pPr marL="3200400" lvl="6" indent="-228600" algn="l">
              <a:spcBef>
                <a:spcPts val="1000"/>
              </a:spcBef>
              <a:spcAft>
                <a:spcPts val="0"/>
              </a:spcAft>
              <a:buSzPts val="800"/>
              <a:buNone/>
              <a:defRPr sz="1000"/>
            </a:lvl7pPr>
            <a:lvl8pPr marL="3657600" lvl="7" indent="-228600" algn="l">
              <a:spcBef>
                <a:spcPts val="1000"/>
              </a:spcBef>
              <a:spcAft>
                <a:spcPts val="0"/>
              </a:spcAft>
              <a:buSzPts val="800"/>
              <a:buNone/>
              <a:defRPr sz="1000"/>
            </a:lvl8pPr>
            <a:lvl9pPr marL="4114800" lvl="8" indent="-228600" algn="l">
              <a:spcBef>
                <a:spcPts val="1000"/>
              </a:spcBef>
              <a:spcAft>
                <a:spcPts val="0"/>
              </a:spcAft>
              <a:buSzPts val="800"/>
              <a:buNone/>
              <a:defRPr sz="1000"/>
            </a:lvl9pPr>
          </a:lstStyle>
          <a:p>
            <a:endParaRPr/>
          </a:p>
        </p:txBody>
      </p:sp>
      <p:sp>
        <p:nvSpPr>
          <p:cNvPr id="80" name="Google Shape;80;p9"/>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1" name="Google Shape;81;p9"/>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9"/>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vi-V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83"/>
        <p:cNvGrpSpPr/>
        <p:nvPr/>
      </p:nvGrpSpPr>
      <p:grpSpPr>
        <a:xfrm>
          <a:off x="0" y="0"/>
          <a:ext cx="0" cy="0"/>
          <a:chOff x="0" y="0"/>
          <a:chExt cx="0" cy="0"/>
        </a:xfrm>
      </p:grpSpPr>
      <p:sp>
        <p:nvSpPr>
          <p:cNvPr id="84" name="Google Shape;84;p10"/>
          <p:cNvSpPr txBox="1">
            <a:spLocks noGrp="1"/>
          </p:cNvSpPr>
          <p:nvPr>
            <p:ph type="title"/>
          </p:nvPr>
        </p:nvSpPr>
        <p:spPr>
          <a:xfrm>
            <a:off x="677334" y="4800600"/>
            <a:ext cx="8596667" cy="566738"/>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Clr>
                <a:schemeClr val="accent1"/>
              </a:buClr>
              <a:buSzPts val="2400"/>
              <a:buFont typeface="Arial"/>
              <a:buNone/>
              <a:defRPr sz="2400" b="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10"/>
          <p:cNvSpPr>
            <a:spLocks noGrp="1"/>
          </p:cNvSpPr>
          <p:nvPr>
            <p:ph type="pic" idx="2"/>
          </p:nvPr>
        </p:nvSpPr>
        <p:spPr>
          <a:xfrm>
            <a:off x="677334" y="609600"/>
            <a:ext cx="8596668" cy="3845718"/>
          </a:xfrm>
          <a:prstGeom prst="rect">
            <a:avLst/>
          </a:prstGeom>
          <a:noFill/>
          <a:ln>
            <a:noFill/>
          </a:ln>
        </p:spPr>
        <p:txBody>
          <a:bodyPr spcFirstLastPara="1" wrap="square" lIns="91425" tIns="45700" rIns="91425" bIns="45700" anchor="t" anchorCtr="0">
            <a:noAutofit/>
          </a:bodyPr>
          <a:lstStyle>
            <a:lvl1pPr marR="0" lvl="0" algn="ctr" rtl="0">
              <a:spcBef>
                <a:spcPts val="1000"/>
              </a:spcBef>
              <a:spcAft>
                <a:spcPts val="0"/>
              </a:spcAft>
              <a:buClr>
                <a:schemeClr val="accent1"/>
              </a:buClr>
              <a:buSzPts val="1280"/>
              <a:buFont typeface="Noto Sans Symbols"/>
              <a:buNone/>
              <a:defRPr sz="1600" b="0" i="0" u="none" strike="noStrike" cap="none">
                <a:solidFill>
                  <a:srgbClr val="3F3F3F"/>
                </a:solidFill>
                <a:latin typeface="Arial"/>
                <a:ea typeface="Arial"/>
                <a:cs typeface="Arial"/>
                <a:sym typeface="Arial"/>
              </a:defRPr>
            </a:lvl1pPr>
            <a:lvl2pPr marR="0" lvl="1" algn="l" rtl="0">
              <a:spcBef>
                <a:spcPts val="1000"/>
              </a:spcBef>
              <a:spcAft>
                <a:spcPts val="0"/>
              </a:spcAft>
              <a:buClr>
                <a:schemeClr val="accent1"/>
              </a:buClr>
              <a:buSzPts val="1280"/>
              <a:buFont typeface="Noto Sans Symbols"/>
              <a:buNone/>
              <a:defRPr sz="1600" b="0" i="0" u="none" strike="noStrike" cap="none">
                <a:solidFill>
                  <a:srgbClr val="3F3F3F"/>
                </a:solidFill>
                <a:latin typeface="Arial"/>
                <a:ea typeface="Arial"/>
                <a:cs typeface="Arial"/>
                <a:sym typeface="Arial"/>
              </a:defRPr>
            </a:lvl2pPr>
            <a:lvl3pPr marR="0" lvl="2" algn="l" rtl="0">
              <a:spcBef>
                <a:spcPts val="1000"/>
              </a:spcBef>
              <a:spcAft>
                <a:spcPts val="0"/>
              </a:spcAft>
              <a:buClr>
                <a:schemeClr val="accent1"/>
              </a:buClr>
              <a:buSzPts val="1280"/>
              <a:buFont typeface="Noto Sans Symbols"/>
              <a:buNone/>
              <a:defRPr sz="1600" b="0" i="0" u="none" strike="noStrike" cap="none">
                <a:solidFill>
                  <a:srgbClr val="3F3F3F"/>
                </a:solidFill>
                <a:latin typeface="Arial"/>
                <a:ea typeface="Arial"/>
                <a:cs typeface="Arial"/>
                <a:sym typeface="Arial"/>
              </a:defRPr>
            </a:lvl3pPr>
            <a:lvl4pPr marR="0" lvl="3" algn="l" rtl="0">
              <a:spcBef>
                <a:spcPts val="1000"/>
              </a:spcBef>
              <a:spcAft>
                <a:spcPts val="0"/>
              </a:spcAft>
              <a:buClr>
                <a:schemeClr val="accent1"/>
              </a:buClr>
              <a:buSzPts val="1280"/>
              <a:buFont typeface="Noto Sans Symbols"/>
              <a:buNone/>
              <a:defRPr sz="1600" b="0" i="0" u="none" strike="noStrike" cap="none">
                <a:solidFill>
                  <a:srgbClr val="3F3F3F"/>
                </a:solidFill>
                <a:latin typeface="Arial"/>
                <a:ea typeface="Arial"/>
                <a:cs typeface="Arial"/>
                <a:sym typeface="Arial"/>
              </a:defRPr>
            </a:lvl4pPr>
            <a:lvl5pPr marR="0" lvl="4" algn="l" rtl="0">
              <a:spcBef>
                <a:spcPts val="1000"/>
              </a:spcBef>
              <a:spcAft>
                <a:spcPts val="0"/>
              </a:spcAft>
              <a:buClr>
                <a:schemeClr val="accent1"/>
              </a:buClr>
              <a:buSzPts val="1280"/>
              <a:buFont typeface="Noto Sans Symbols"/>
              <a:buNone/>
              <a:defRPr sz="1600" b="0" i="0" u="none" strike="noStrike" cap="none">
                <a:solidFill>
                  <a:srgbClr val="3F3F3F"/>
                </a:solidFill>
                <a:latin typeface="Arial"/>
                <a:ea typeface="Arial"/>
                <a:cs typeface="Arial"/>
                <a:sym typeface="Arial"/>
              </a:defRPr>
            </a:lvl5pPr>
            <a:lvl6pPr marR="0" lvl="5" algn="l" rtl="0">
              <a:spcBef>
                <a:spcPts val="1000"/>
              </a:spcBef>
              <a:spcAft>
                <a:spcPts val="0"/>
              </a:spcAft>
              <a:buClr>
                <a:schemeClr val="accent1"/>
              </a:buClr>
              <a:buSzPts val="1280"/>
              <a:buFont typeface="Noto Sans Symbols"/>
              <a:buNone/>
              <a:defRPr sz="1600" b="0" i="0" u="none" strike="noStrike" cap="none">
                <a:solidFill>
                  <a:srgbClr val="3F3F3F"/>
                </a:solidFill>
                <a:latin typeface="Trebuchet MS"/>
                <a:ea typeface="Trebuchet MS"/>
                <a:cs typeface="Trebuchet MS"/>
                <a:sym typeface="Trebuchet MS"/>
              </a:defRPr>
            </a:lvl6pPr>
            <a:lvl7pPr marR="0" lvl="6" algn="l" rtl="0">
              <a:spcBef>
                <a:spcPts val="1000"/>
              </a:spcBef>
              <a:spcAft>
                <a:spcPts val="0"/>
              </a:spcAft>
              <a:buClr>
                <a:schemeClr val="accent1"/>
              </a:buClr>
              <a:buSzPts val="1280"/>
              <a:buFont typeface="Noto Sans Symbols"/>
              <a:buNone/>
              <a:defRPr sz="1600" b="0" i="0" u="none" strike="noStrike" cap="none">
                <a:solidFill>
                  <a:srgbClr val="3F3F3F"/>
                </a:solidFill>
                <a:latin typeface="Trebuchet MS"/>
                <a:ea typeface="Trebuchet MS"/>
                <a:cs typeface="Trebuchet MS"/>
                <a:sym typeface="Trebuchet MS"/>
              </a:defRPr>
            </a:lvl7pPr>
            <a:lvl8pPr marR="0" lvl="7" algn="l" rtl="0">
              <a:spcBef>
                <a:spcPts val="1000"/>
              </a:spcBef>
              <a:spcAft>
                <a:spcPts val="0"/>
              </a:spcAft>
              <a:buClr>
                <a:schemeClr val="accent1"/>
              </a:buClr>
              <a:buSzPts val="1280"/>
              <a:buFont typeface="Noto Sans Symbols"/>
              <a:buNone/>
              <a:defRPr sz="1600" b="0" i="0" u="none" strike="noStrike" cap="none">
                <a:solidFill>
                  <a:srgbClr val="3F3F3F"/>
                </a:solidFill>
                <a:latin typeface="Trebuchet MS"/>
                <a:ea typeface="Trebuchet MS"/>
                <a:cs typeface="Trebuchet MS"/>
                <a:sym typeface="Trebuchet MS"/>
              </a:defRPr>
            </a:lvl8pPr>
            <a:lvl9pPr marR="0" lvl="8" algn="l" rtl="0">
              <a:spcBef>
                <a:spcPts val="1000"/>
              </a:spcBef>
              <a:spcAft>
                <a:spcPts val="0"/>
              </a:spcAft>
              <a:buClr>
                <a:schemeClr val="accent1"/>
              </a:buClr>
              <a:buSzPts val="1280"/>
              <a:buFont typeface="Noto Sans Symbols"/>
              <a:buNone/>
              <a:defRPr sz="1600" b="0" i="0" u="none" strike="noStrike" cap="none">
                <a:solidFill>
                  <a:srgbClr val="3F3F3F"/>
                </a:solidFill>
                <a:latin typeface="Trebuchet MS"/>
                <a:ea typeface="Trebuchet MS"/>
                <a:cs typeface="Trebuchet MS"/>
                <a:sym typeface="Trebuchet MS"/>
              </a:defRPr>
            </a:lvl9pPr>
          </a:lstStyle>
          <a:p>
            <a:endParaRPr/>
          </a:p>
        </p:txBody>
      </p:sp>
      <p:sp>
        <p:nvSpPr>
          <p:cNvPr id="86" name="Google Shape;86;p10"/>
          <p:cNvSpPr txBox="1">
            <a:spLocks noGrp="1"/>
          </p:cNvSpPr>
          <p:nvPr>
            <p:ph type="body" idx="1"/>
          </p:nvPr>
        </p:nvSpPr>
        <p:spPr>
          <a:xfrm>
            <a:off x="677334" y="5367338"/>
            <a:ext cx="8596667" cy="674024"/>
          </a:xfrm>
          <a:prstGeom prst="rect">
            <a:avLst/>
          </a:prstGeom>
          <a:noFill/>
          <a:ln>
            <a:noFill/>
          </a:ln>
        </p:spPr>
        <p:txBody>
          <a:bodyPr spcFirstLastPara="1" wrap="square" lIns="91425" tIns="45700" rIns="91425" bIns="45700" anchor="t" anchorCtr="0">
            <a:noAutofit/>
          </a:bodyPr>
          <a:lstStyle>
            <a:lvl1pPr marL="457200" lvl="0" indent="-228600" algn="l">
              <a:spcBef>
                <a:spcPts val="1000"/>
              </a:spcBef>
              <a:spcAft>
                <a:spcPts val="0"/>
              </a:spcAft>
              <a:buSzPts val="960"/>
              <a:buNone/>
              <a:defRPr sz="1200"/>
            </a:lvl1pPr>
            <a:lvl2pPr marL="914400" lvl="1" indent="-228600" algn="l">
              <a:spcBef>
                <a:spcPts val="1000"/>
              </a:spcBef>
              <a:spcAft>
                <a:spcPts val="0"/>
              </a:spcAft>
              <a:buSzPts val="960"/>
              <a:buNone/>
              <a:defRPr sz="1200"/>
            </a:lvl2pPr>
            <a:lvl3pPr marL="1371600" lvl="2" indent="-228600" algn="l">
              <a:spcBef>
                <a:spcPts val="1000"/>
              </a:spcBef>
              <a:spcAft>
                <a:spcPts val="0"/>
              </a:spcAft>
              <a:buSzPts val="800"/>
              <a:buNone/>
              <a:defRPr sz="1000"/>
            </a:lvl3pPr>
            <a:lvl4pPr marL="1828800" lvl="3" indent="-228600" algn="l">
              <a:spcBef>
                <a:spcPts val="1000"/>
              </a:spcBef>
              <a:spcAft>
                <a:spcPts val="0"/>
              </a:spcAft>
              <a:buSzPts val="720"/>
              <a:buNone/>
              <a:defRPr sz="900"/>
            </a:lvl4pPr>
            <a:lvl5pPr marL="2286000" lvl="4" indent="-228600" algn="l">
              <a:spcBef>
                <a:spcPts val="1000"/>
              </a:spcBef>
              <a:spcAft>
                <a:spcPts val="0"/>
              </a:spcAft>
              <a:buSzPts val="720"/>
              <a:buNone/>
              <a:defRPr sz="900"/>
            </a:lvl5pPr>
            <a:lvl6pPr marL="2743200" lvl="5" indent="-228600" algn="l">
              <a:spcBef>
                <a:spcPts val="1000"/>
              </a:spcBef>
              <a:spcAft>
                <a:spcPts val="0"/>
              </a:spcAft>
              <a:buSzPts val="720"/>
              <a:buNone/>
              <a:defRPr sz="900"/>
            </a:lvl6pPr>
            <a:lvl7pPr marL="3200400" lvl="6" indent="-228600" algn="l">
              <a:spcBef>
                <a:spcPts val="1000"/>
              </a:spcBef>
              <a:spcAft>
                <a:spcPts val="0"/>
              </a:spcAft>
              <a:buSzPts val="720"/>
              <a:buNone/>
              <a:defRPr sz="900"/>
            </a:lvl7pPr>
            <a:lvl8pPr marL="3657600" lvl="7" indent="-228600" algn="l">
              <a:spcBef>
                <a:spcPts val="1000"/>
              </a:spcBef>
              <a:spcAft>
                <a:spcPts val="0"/>
              </a:spcAft>
              <a:buSzPts val="720"/>
              <a:buNone/>
              <a:defRPr sz="900"/>
            </a:lvl8pPr>
            <a:lvl9pPr marL="4114800" lvl="8" indent="-228600" algn="l">
              <a:spcBef>
                <a:spcPts val="1000"/>
              </a:spcBef>
              <a:spcAft>
                <a:spcPts val="0"/>
              </a:spcAft>
              <a:buSzPts val="720"/>
              <a:buNone/>
              <a:defRPr sz="900"/>
            </a:lvl9pPr>
          </a:lstStyle>
          <a:p>
            <a:endParaRPr/>
          </a:p>
        </p:txBody>
      </p:sp>
      <p:sp>
        <p:nvSpPr>
          <p:cNvPr id="87" name="Google Shape;87;p10"/>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8" name="Google Shape;88;p10"/>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vi-VN"/>
              <a:t>‹#›</a:t>
            </a:fld>
            <a:endParaRPr/>
          </a:p>
        </p:txBody>
      </p:sp>
      <p:sp>
        <p:nvSpPr>
          <p:cNvPr id="89" name="Google Shape;89;p10"/>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Caption">
  <p:cSld name="Title and Caption">
    <p:spTree>
      <p:nvGrpSpPr>
        <p:cNvPr id="1" name="Shape 90"/>
        <p:cNvGrpSpPr/>
        <p:nvPr/>
      </p:nvGrpSpPr>
      <p:grpSpPr>
        <a:xfrm>
          <a:off x="0" y="0"/>
          <a:ext cx="0" cy="0"/>
          <a:chOff x="0" y="0"/>
          <a:chExt cx="0" cy="0"/>
        </a:xfrm>
      </p:grpSpPr>
      <p:sp>
        <p:nvSpPr>
          <p:cNvPr id="91" name="Google Shape;91;p11"/>
          <p:cNvSpPr txBox="1">
            <a:spLocks noGrp="1"/>
          </p:cNvSpPr>
          <p:nvPr>
            <p:ph type="title"/>
          </p:nvPr>
        </p:nvSpPr>
        <p:spPr>
          <a:xfrm>
            <a:off x="677335" y="609600"/>
            <a:ext cx="8596668" cy="34036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chemeClr val="accent1"/>
              </a:buClr>
              <a:buSzPts val="4400"/>
              <a:buFont typeface="Arial"/>
              <a:buNone/>
              <a:defRPr sz="44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2" name="Google Shape;92;p11"/>
          <p:cNvSpPr txBox="1">
            <a:spLocks noGrp="1"/>
          </p:cNvSpPr>
          <p:nvPr>
            <p:ph type="body" idx="1"/>
          </p:nvPr>
        </p:nvSpPr>
        <p:spPr>
          <a:xfrm>
            <a:off x="677335" y="4470400"/>
            <a:ext cx="8596668" cy="1570962"/>
          </a:xfrm>
          <a:prstGeom prst="rect">
            <a:avLst/>
          </a:prstGeom>
          <a:noFill/>
          <a:ln>
            <a:noFill/>
          </a:ln>
        </p:spPr>
        <p:txBody>
          <a:bodyPr spcFirstLastPara="1" wrap="square" lIns="91425" tIns="45700" rIns="91425" bIns="45700" anchor="ctr" anchorCtr="0">
            <a:noAutofit/>
          </a:bodyPr>
          <a:lstStyle>
            <a:lvl1pPr marL="457200" lvl="0" indent="-228600" algn="l">
              <a:spcBef>
                <a:spcPts val="1000"/>
              </a:spcBef>
              <a:spcAft>
                <a:spcPts val="0"/>
              </a:spcAft>
              <a:buSzPts val="1440"/>
              <a:buNone/>
              <a:defRPr sz="1800">
                <a:solidFill>
                  <a:srgbClr val="3F3F3F"/>
                </a:solidFill>
              </a:defRPr>
            </a:lvl1pPr>
            <a:lvl2pPr marL="914400" lvl="1" indent="-228600" algn="l">
              <a:spcBef>
                <a:spcPts val="1000"/>
              </a:spcBef>
              <a:spcAft>
                <a:spcPts val="0"/>
              </a:spcAft>
              <a:buSzPts val="1440"/>
              <a:buNone/>
              <a:defRPr sz="1800">
                <a:solidFill>
                  <a:srgbClr val="888888"/>
                </a:solidFill>
              </a:defRPr>
            </a:lvl2pPr>
            <a:lvl3pPr marL="1371600" lvl="2" indent="-228600" algn="l">
              <a:spcBef>
                <a:spcPts val="1000"/>
              </a:spcBef>
              <a:spcAft>
                <a:spcPts val="0"/>
              </a:spcAft>
              <a:buSzPts val="1280"/>
              <a:buNone/>
              <a:defRPr sz="1600">
                <a:solidFill>
                  <a:srgbClr val="888888"/>
                </a:solidFill>
              </a:defRPr>
            </a:lvl3pPr>
            <a:lvl4pPr marL="1828800" lvl="3" indent="-228600" algn="l">
              <a:spcBef>
                <a:spcPts val="1000"/>
              </a:spcBef>
              <a:spcAft>
                <a:spcPts val="0"/>
              </a:spcAft>
              <a:buSzPts val="1120"/>
              <a:buNone/>
              <a:defRPr sz="1400">
                <a:solidFill>
                  <a:srgbClr val="888888"/>
                </a:solidFill>
              </a:defRPr>
            </a:lvl4pPr>
            <a:lvl5pPr marL="2286000" lvl="4" indent="-228600" algn="l">
              <a:spcBef>
                <a:spcPts val="1000"/>
              </a:spcBef>
              <a:spcAft>
                <a:spcPts val="0"/>
              </a:spcAft>
              <a:buSzPts val="1120"/>
              <a:buNone/>
              <a:defRPr sz="1400">
                <a:solidFill>
                  <a:srgbClr val="888888"/>
                </a:solidFill>
              </a:defRPr>
            </a:lvl5pPr>
            <a:lvl6pPr marL="2743200" lvl="5" indent="-228600" algn="l">
              <a:spcBef>
                <a:spcPts val="1000"/>
              </a:spcBef>
              <a:spcAft>
                <a:spcPts val="0"/>
              </a:spcAft>
              <a:buSzPts val="1120"/>
              <a:buNone/>
              <a:defRPr sz="1400">
                <a:solidFill>
                  <a:srgbClr val="888888"/>
                </a:solidFill>
              </a:defRPr>
            </a:lvl6pPr>
            <a:lvl7pPr marL="3200400" lvl="6" indent="-228600" algn="l">
              <a:spcBef>
                <a:spcPts val="1000"/>
              </a:spcBef>
              <a:spcAft>
                <a:spcPts val="0"/>
              </a:spcAft>
              <a:buSzPts val="1120"/>
              <a:buNone/>
              <a:defRPr sz="1400">
                <a:solidFill>
                  <a:srgbClr val="888888"/>
                </a:solidFill>
              </a:defRPr>
            </a:lvl7pPr>
            <a:lvl8pPr marL="3657600" lvl="7" indent="-228600" algn="l">
              <a:spcBef>
                <a:spcPts val="1000"/>
              </a:spcBef>
              <a:spcAft>
                <a:spcPts val="0"/>
              </a:spcAft>
              <a:buSzPts val="1120"/>
              <a:buNone/>
              <a:defRPr sz="1400">
                <a:solidFill>
                  <a:srgbClr val="888888"/>
                </a:solidFill>
              </a:defRPr>
            </a:lvl8pPr>
            <a:lvl9pPr marL="4114800" lvl="8" indent="-228600" algn="l">
              <a:spcBef>
                <a:spcPts val="1000"/>
              </a:spcBef>
              <a:spcAft>
                <a:spcPts val="0"/>
              </a:spcAft>
              <a:buSzPts val="1120"/>
              <a:buNone/>
              <a:defRPr sz="1400">
                <a:solidFill>
                  <a:srgbClr val="888888"/>
                </a:solidFill>
              </a:defRPr>
            </a:lvl9pPr>
          </a:lstStyle>
          <a:p>
            <a:endParaRPr/>
          </a:p>
        </p:txBody>
      </p:sp>
      <p:sp>
        <p:nvSpPr>
          <p:cNvPr id="93" name="Google Shape;93;p11"/>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4" name="Google Shape;94;p11"/>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5" name="Google Shape;95;p11"/>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vi-V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Quote with Caption">
  <p:cSld name="Quote with Caption">
    <p:spTree>
      <p:nvGrpSpPr>
        <p:cNvPr id="1" name="Shape 96"/>
        <p:cNvGrpSpPr/>
        <p:nvPr/>
      </p:nvGrpSpPr>
      <p:grpSpPr>
        <a:xfrm>
          <a:off x="0" y="0"/>
          <a:ext cx="0" cy="0"/>
          <a:chOff x="0" y="0"/>
          <a:chExt cx="0" cy="0"/>
        </a:xfrm>
      </p:grpSpPr>
      <p:sp>
        <p:nvSpPr>
          <p:cNvPr id="97" name="Google Shape;97;p12"/>
          <p:cNvSpPr txBox="1">
            <a:spLocks noGrp="1"/>
          </p:cNvSpPr>
          <p:nvPr>
            <p:ph type="title"/>
          </p:nvPr>
        </p:nvSpPr>
        <p:spPr>
          <a:xfrm>
            <a:off x="931334" y="609600"/>
            <a:ext cx="8094134" cy="30226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chemeClr val="accent1"/>
              </a:buClr>
              <a:buSzPts val="4400"/>
              <a:buFont typeface="Arial"/>
              <a:buNone/>
              <a:defRPr sz="44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8" name="Google Shape;98;p12"/>
          <p:cNvSpPr txBox="1">
            <a:spLocks noGrp="1"/>
          </p:cNvSpPr>
          <p:nvPr>
            <p:ph type="body" idx="1"/>
          </p:nvPr>
        </p:nvSpPr>
        <p:spPr>
          <a:xfrm>
            <a:off x="1366139" y="3632200"/>
            <a:ext cx="7224524" cy="381000"/>
          </a:xfrm>
          <a:prstGeom prst="rect">
            <a:avLst/>
          </a:prstGeom>
          <a:noFill/>
          <a:ln>
            <a:noFill/>
          </a:ln>
        </p:spPr>
        <p:txBody>
          <a:bodyPr spcFirstLastPara="1" wrap="square" lIns="91425" tIns="45700" rIns="91425" bIns="45700" anchor="ctr" anchorCtr="0">
            <a:noAutofit/>
          </a:bodyPr>
          <a:lstStyle>
            <a:lvl1pPr marL="457200" lvl="0" indent="-228600" algn="l">
              <a:spcBef>
                <a:spcPts val="1000"/>
              </a:spcBef>
              <a:spcAft>
                <a:spcPts val="0"/>
              </a:spcAft>
              <a:buSzPts val="1280"/>
              <a:buFont typeface="Arial"/>
              <a:buNone/>
              <a:defRPr sz="1600">
                <a:solidFill>
                  <a:srgbClr val="7F7F7F"/>
                </a:solidFill>
              </a:defRPr>
            </a:lvl1pPr>
            <a:lvl2pPr marL="914400" lvl="1" indent="-228600" algn="l">
              <a:spcBef>
                <a:spcPts val="1000"/>
              </a:spcBef>
              <a:spcAft>
                <a:spcPts val="0"/>
              </a:spcAft>
              <a:buSzPts val="1280"/>
              <a:buFont typeface="Arial"/>
              <a:buNone/>
              <a:defRPr/>
            </a:lvl2pPr>
            <a:lvl3pPr marL="1371600" lvl="2" indent="-228600" algn="l">
              <a:spcBef>
                <a:spcPts val="1000"/>
              </a:spcBef>
              <a:spcAft>
                <a:spcPts val="0"/>
              </a:spcAft>
              <a:buSzPts val="1120"/>
              <a:buFont typeface="Arial"/>
              <a:buNone/>
              <a:defRPr/>
            </a:lvl3pPr>
            <a:lvl4pPr marL="1828800" lvl="3" indent="-228600" algn="l">
              <a:spcBef>
                <a:spcPts val="1000"/>
              </a:spcBef>
              <a:spcAft>
                <a:spcPts val="0"/>
              </a:spcAft>
              <a:buSzPts val="960"/>
              <a:buFont typeface="Arial"/>
              <a:buNone/>
              <a:defRPr/>
            </a:lvl4pPr>
            <a:lvl5pPr marL="2286000" lvl="4" indent="-228600" algn="l">
              <a:spcBef>
                <a:spcPts val="1000"/>
              </a:spcBef>
              <a:spcAft>
                <a:spcPts val="0"/>
              </a:spcAft>
              <a:buSzPts val="960"/>
              <a:buFont typeface="Arial"/>
              <a:buNone/>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99" name="Google Shape;99;p12"/>
          <p:cNvSpPr txBox="1">
            <a:spLocks noGrp="1"/>
          </p:cNvSpPr>
          <p:nvPr>
            <p:ph type="body" idx="2"/>
          </p:nvPr>
        </p:nvSpPr>
        <p:spPr>
          <a:xfrm>
            <a:off x="677335" y="4470400"/>
            <a:ext cx="8596668" cy="1570962"/>
          </a:xfrm>
          <a:prstGeom prst="rect">
            <a:avLst/>
          </a:prstGeom>
          <a:noFill/>
          <a:ln>
            <a:noFill/>
          </a:ln>
        </p:spPr>
        <p:txBody>
          <a:bodyPr spcFirstLastPara="1" wrap="square" lIns="91425" tIns="45700" rIns="91425" bIns="45700" anchor="ctr" anchorCtr="0">
            <a:noAutofit/>
          </a:bodyPr>
          <a:lstStyle>
            <a:lvl1pPr marL="457200" lvl="0" indent="-228600" algn="l">
              <a:spcBef>
                <a:spcPts val="1000"/>
              </a:spcBef>
              <a:spcAft>
                <a:spcPts val="0"/>
              </a:spcAft>
              <a:buSzPts val="1440"/>
              <a:buNone/>
              <a:defRPr sz="1800">
                <a:solidFill>
                  <a:srgbClr val="3F3F3F"/>
                </a:solidFill>
              </a:defRPr>
            </a:lvl1pPr>
            <a:lvl2pPr marL="914400" lvl="1" indent="-228600" algn="l">
              <a:spcBef>
                <a:spcPts val="1000"/>
              </a:spcBef>
              <a:spcAft>
                <a:spcPts val="0"/>
              </a:spcAft>
              <a:buSzPts val="1440"/>
              <a:buNone/>
              <a:defRPr sz="1800">
                <a:solidFill>
                  <a:srgbClr val="888888"/>
                </a:solidFill>
              </a:defRPr>
            </a:lvl2pPr>
            <a:lvl3pPr marL="1371600" lvl="2" indent="-228600" algn="l">
              <a:spcBef>
                <a:spcPts val="1000"/>
              </a:spcBef>
              <a:spcAft>
                <a:spcPts val="0"/>
              </a:spcAft>
              <a:buSzPts val="1280"/>
              <a:buNone/>
              <a:defRPr sz="1600">
                <a:solidFill>
                  <a:srgbClr val="888888"/>
                </a:solidFill>
              </a:defRPr>
            </a:lvl3pPr>
            <a:lvl4pPr marL="1828800" lvl="3" indent="-228600" algn="l">
              <a:spcBef>
                <a:spcPts val="1000"/>
              </a:spcBef>
              <a:spcAft>
                <a:spcPts val="0"/>
              </a:spcAft>
              <a:buSzPts val="1120"/>
              <a:buNone/>
              <a:defRPr sz="1400">
                <a:solidFill>
                  <a:srgbClr val="888888"/>
                </a:solidFill>
              </a:defRPr>
            </a:lvl4pPr>
            <a:lvl5pPr marL="2286000" lvl="4" indent="-228600" algn="l">
              <a:spcBef>
                <a:spcPts val="1000"/>
              </a:spcBef>
              <a:spcAft>
                <a:spcPts val="0"/>
              </a:spcAft>
              <a:buSzPts val="1120"/>
              <a:buNone/>
              <a:defRPr sz="1400">
                <a:solidFill>
                  <a:srgbClr val="888888"/>
                </a:solidFill>
              </a:defRPr>
            </a:lvl5pPr>
            <a:lvl6pPr marL="2743200" lvl="5" indent="-228600" algn="l">
              <a:spcBef>
                <a:spcPts val="1000"/>
              </a:spcBef>
              <a:spcAft>
                <a:spcPts val="0"/>
              </a:spcAft>
              <a:buSzPts val="1120"/>
              <a:buNone/>
              <a:defRPr sz="1400">
                <a:solidFill>
                  <a:srgbClr val="888888"/>
                </a:solidFill>
              </a:defRPr>
            </a:lvl6pPr>
            <a:lvl7pPr marL="3200400" lvl="6" indent="-228600" algn="l">
              <a:spcBef>
                <a:spcPts val="1000"/>
              </a:spcBef>
              <a:spcAft>
                <a:spcPts val="0"/>
              </a:spcAft>
              <a:buSzPts val="1120"/>
              <a:buNone/>
              <a:defRPr sz="1400">
                <a:solidFill>
                  <a:srgbClr val="888888"/>
                </a:solidFill>
              </a:defRPr>
            </a:lvl7pPr>
            <a:lvl8pPr marL="3657600" lvl="7" indent="-228600" algn="l">
              <a:spcBef>
                <a:spcPts val="1000"/>
              </a:spcBef>
              <a:spcAft>
                <a:spcPts val="0"/>
              </a:spcAft>
              <a:buSzPts val="1120"/>
              <a:buNone/>
              <a:defRPr sz="1400">
                <a:solidFill>
                  <a:srgbClr val="888888"/>
                </a:solidFill>
              </a:defRPr>
            </a:lvl8pPr>
            <a:lvl9pPr marL="4114800" lvl="8" indent="-228600" algn="l">
              <a:spcBef>
                <a:spcPts val="1000"/>
              </a:spcBef>
              <a:spcAft>
                <a:spcPts val="0"/>
              </a:spcAft>
              <a:buSzPts val="1120"/>
              <a:buNone/>
              <a:defRPr sz="1400">
                <a:solidFill>
                  <a:srgbClr val="888888"/>
                </a:solidFill>
              </a:defRPr>
            </a:lvl9pPr>
          </a:lstStyle>
          <a:p>
            <a:endParaRPr/>
          </a:p>
        </p:txBody>
      </p:sp>
      <p:sp>
        <p:nvSpPr>
          <p:cNvPr id="100" name="Google Shape;100;p12"/>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1" name="Google Shape;101;p12"/>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2" name="Google Shape;102;p12"/>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vi-VN"/>
              <a:t>‹#›</a:t>
            </a:fld>
            <a:endParaRPr/>
          </a:p>
        </p:txBody>
      </p:sp>
      <p:sp>
        <p:nvSpPr>
          <p:cNvPr id="103" name="Google Shape;103;p12"/>
          <p:cNvSpPr txBox="1"/>
          <p:nvPr/>
        </p:nvSpPr>
        <p:spPr>
          <a:xfrm>
            <a:off x="541870" y="790378"/>
            <a:ext cx="609600" cy="58477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vi-VN" sz="8000" b="0" i="0" u="none" strike="noStrike" cap="none">
                <a:solidFill>
                  <a:srgbClr val="9EDFF5"/>
                </a:solidFill>
                <a:latin typeface="Arial"/>
                <a:ea typeface="Arial"/>
                <a:cs typeface="Arial"/>
                <a:sym typeface="Arial"/>
              </a:rPr>
              <a:t>“</a:t>
            </a:r>
            <a:endParaRPr/>
          </a:p>
        </p:txBody>
      </p:sp>
      <p:sp>
        <p:nvSpPr>
          <p:cNvPr id="104" name="Google Shape;104;p12"/>
          <p:cNvSpPr txBox="1"/>
          <p:nvPr/>
        </p:nvSpPr>
        <p:spPr>
          <a:xfrm>
            <a:off x="8893011" y="2886556"/>
            <a:ext cx="609600" cy="58477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vi-VN" sz="8000" b="0" i="0" u="none" strike="noStrike" cap="none">
                <a:solidFill>
                  <a:srgbClr val="9EDFF5"/>
                </a:solidFill>
                <a:latin typeface="Arial"/>
                <a:ea typeface="Arial"/>
                <a:cs typeface="Arial"/>
                <a:sym typeface="Arial"/>
              </a:rPr>
              <a:t>”</a:t>
            </a:r>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Name Card">
  <p:cSld name="Name Card">
    <p:spTree>
      <p:nvGrpSpPr>
        <p:cNvPr id="1" name="Shape 105"/>
        <p:cNvGrpSpPr/>
        <p:nvPr/>
      </p:nvGrpSpPr>
      <p:grpSpPr>
        <a:xfrm>
          <a:off x="0" y="0"/>
          <a:ext cx="0" cy="0"/>
          <a:chOff x="0" y="0"/>
          <a:chExt cx="0" cy="0"/>
        </a:xfrm>
      </p:grpSpPr>
      <p:sp>
        <p:nvSpPr>
          <p:cNvPr id="106" name="Google Shape;106;p13"/>
          <p:cNvSpPr txBox="1">
            <a:spLocks noGrp="1"/>
          </p:cNvSpPr>
          <p:nvPr>
            <p:ph type="title"/>
          </p:nvPr>
        </p:nvSpPr>
        <p:spPr>
          <a:xfrm>
            <a:off x="677335" y="1931988"/>
            <a:ext cx="8596668" cy="259546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Clr>
                <a:schemeClr val="accent1"/>
              </a:buClr>
              <a:buSzPts val="4400"/>
              <a:buFont typeface="Arial"/>
              <a:buNone/>
              <a:defRPr sz="44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7" name="Google Shape;107;p13"/>
          <p:cNvSpPr txBox="1">
            <a:spLocks noGrp="1"/>
          </p:cNvSpPr>
          <p:nvPr>
            <p:ph type="body" idx="1"/>
          </p:nvPr>
        </p:nvSpPr>
        <p:spPr>
          <a:xfrm>
            <a:off x="677335" y="4527448"/>
            <a:ext cx="8596668" cy="1513914"/>
          </a:xfrm>
          <a:prstGeom prst="rect">
            <a:avLst/>
          </a:prstGeom>
          <a:noFill/>
          <a:ln>
            <a:noFill/>
          </a:ln>
        </p:spPr>
        <p:txBody>
          <a:bodyPr spcFirstLastPara="1" wrap="square" lIns="91425" tIns="45700" rIns="91425" bIns="45700" anchor="t" anchorCtr="0">
            <a:noAutofit/>
          </a:bodyPr>
          <a:lstStyle>
            <a:lvl1pPr marL="457200" lvl="0" indent="-228600" algn="l">
              <a:spcBef>
                <a:spcPts val="1000"/>
              </a:spcBef>
              <a:spcAft>
                <a:spcPts val="0"/>
              </a:spcAft>
              <a:buSzPts val="1440"/>
              <a:buNone/>
              <a:defRPr sz="1800">
                <a:solidFill>
                  <a:srgbClr val="3F3F3F"/>
                </a:solidFill>
              </a:defRPr>
            </a:lvl1pPr>
            <a:lvl2pPr marL="914400" lvl="1" indent="-228600" algn="l">
              <a:spcBef>
                <a:spcPts val="1000"/>
              </a:spcBef>
              <a:spcAft>
                <a:spcPts val="0"/>
              </a:spcAft>
              <a:buSzPts val="1440"/>
              <a:buNone/>
              <a:defRPr sz="1800">
                <a:solidFill>
                  <a:srgbClr val="888888"/>
                </a:solidFill>
              </a:defRPr>
            </a:lvl2pPr>
            <a:lvl3pPr marL="1371600" lvl="2" indent="-228600" algn="l">
              <a:spcBef>
                <a:spcPts val="1000"/>
              </a:spcBef>
              <a:spcAft>
                <a:spcPts val="0"/>
              </a:spcAft>
              <a:buSzPts val="1280"/>
              <a:buNone/>
              <a:defRPr sz="1600">
                <a:solidFill>
                  <a:srgbClr val="888888"/>
                </a:solidFill>
              </a:defRPr>
            </a:lvl3pPr>
            <a:lvl4pPr marL="1828800" lvl="3" indent="-228600" algn="l">
              <a:spcBef>
                <a:spcPts val="1000"/>
              </a:spcBef>
              <a:spcAft>
                <a:spcPts val="0"/>
              </a:spcAft>
              <a:buSzPts val="1120"/>
              <a:buNone/>
              <a:defRPr sz="1400">
                <a:solidFill>
                  <a:srgbClr val="888888"/>
                </a:solidFill>
              </a:defRPr>
            </a:lvl4pPr>
            <a:lvl5pPr marL="2286000" lvl="4" indent="-228600" algn="l">
              <a:spcBef>
                <a:spcPts val="1000"/>
              </a:spcBef>
              <a:spcAft>
                <a:spcPts val="0"/>
              </a:spcAft>
              <a:buSzPts val="1120"/>
              <a:buNone/>
              <a:defRPr sz="1400">
                <a:solidFill>
                  <a:srgbClr val="888888"/>
                </a:solidFill>
              </a:defRPr>
            </a:lvl5pPr>
            <a:lvl6pPr marL="2743200" lvl="5" indent="-228600" algn="l">
              <a:spcBef>
                <a:spcPts val="1000"/>
              </a:spcBef>
              <a:spcAft>
                <a:spcPts val="0"/>
              </a:spcAft>
              <a:buSzPts val="1120"/>
              <a:buNone/>
              <a:defRPr sz="1400">
                <a:solidFill>
                  <a:srgbClr val="888888"/>
                </a:solidFill>
              </a:defRPr>
            </a:lvl6pPr>
            <a:lvl7pPr marL="3200400" lvl="6" indent="-228600" algn="l">
              <a:spcBef>
                <a:spcPts val="1000"/>
              </a:spcBef>
              <a:spcAft>
                <a:spcPts val="0"/>
              </a:spcAft>
              <a:buSzPts val="1120"/>
              <a:buNone/>
              <a:defRPr sz="1400">
                <a:solidFill>
                  <a:srgbClr val="888888"/>
                </a:solidFill>
              </a:defRPr>
            </a:lvl7pPr>
            <a:lvl8pPr marL="3657600" lvl="7" indent="-228600" algn="l">
              <a:spcBef>
                <a:spcPts val="1000"/>
              </a:spcBef>
              <a:spcAft>
                <a:spcPts val="0"/>
              </a:spcAft>
              <a:buSzPts val="1120"/>
              <a:buNone/>
              <a:defRPr sz="1400">
                <a:solidFill>
                  <a:srgbClr val="888888"/>
                </a:solidFill>
              </a:defRPr>
            </a:lvl8pPr>
            <a:lvl9pPr marL="4114800" lvl="8" indent="-228600" algn="l">
              <a:spcBef>
                <a:spcPts val="1000"/>
              </a:spcBef>
              <a:spcAft>
                <a:spcPts val="0"/>
              </a:spcAft>
              <a:buSzPts val="1120"/>
              <a:buNone/>
              <a:defRPr sz="1400">
                <a:solidFill>
                  <a:srgbClr val="888888"/>
                </a:solidFill>
              </a:defRPr>
            </a:lvl9pPr>
          </a:lstStyle>
          <a:p>
            <a:endParaRPr/>
          </a:p>
        </p:txBody>
      </p:sp>
      <p:sp>
        <p:nvSpPr>
          <p:cNvPr id="108" name="Google Shape;108;p13"/>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9" name="Google Shape;109;p13"/>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0" name="Google Shape;110;p13"/>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vi-V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Quote Name Card">
  <p:cSld name="Quote Name Card">
    <p:spTree>
      <p:nvGrpSpPr>
        <p:cNvPr id="1" name="Shape 111"/>
        <p:cNvGrpSpPr/>
        <p:nvPr/>
      </p:nvGrpSpPr>
      <p:grpSpPr>
        <a:xfrm>
          <a:off x="0" y="0"/>
          <a:ext cx="0" cy="0"/>
          <a:chOff x="0" y="0"/>
          <a:chExt cx="0" cy="0"/>
        </a:xfrm>
      </p:grpSpPr>
      <p:sp>
        <p:nvSpPr>
          <p:cNvPr id="112" name="Google Shape;112;p14"/>
          <p:cNvSpPr txBox="1">
            <a:spLocks noGrp="1"/>
          </p:cNvSpPr>
          <p:nvPr>
            <p:ph type="title"/>
          </p:nvPr>
        </p:nvSpPr>
        <p:spPr>
          <a:xfrm>
            <a:off x="931334" y="609600"/>
            <a:ext cx="8094134" cy="30226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chemeClr val="accent1"/>
              </a:buClr>
              <a:buSzPts val="4400"/>
              <a:buFont typeface="Arial"/>
              <a:buNone/>
              <a:defRPr sz="44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3" name="Google Shape;113;p14"/>
          <p:cNvSpPr txBox="1">
            <a:spLocks noGrp="1"/>
          </p:cNvSpPr>
          <p:nvPr>
            <p:ph type="body" idx="1"/>
          </p:nvPr>
        </p:nvSpPr>
        <p:spPr>
          <a:xfrm>
            <a:off x="677332" y="4013200"/>
            <a:ext cx="8596669" cy="514248"/>
          </a:xfrm>
          <a:prstGeom prst="rect">
            <a:avLst/>
          </a:prstGeom>
          <a:noFill/>
          <a:ln>
            <a:noFill/>
          </a:ln>
        </p:spPr>
        <p:txBody>
          <a:bodyPr spcFirstLastPara="1" wrap="square" lIns="91425" tIns="45700" rIns="91425" bIns="45700" anchor="b" anchorCtr="0">
            <a:noAutofit/>
          </a:bodyPr>
          <a:lstStyle>
            <a:lvl1pPr marL="457200" lvl="0" indent="-228600" algn="l">
              <a:spcBef>
                <a:spcPts val="1000"/>
              </a:spcBef>
              <a:spcAft>
                <a:spcPts val="0"/>
              </a:spcAft>
              <a:buSzPts val="1920"/>
              <a:buFont typeface="Arial"/>
              <a:buNone/>
              <a:defRPr sz="2400">
                <a:solidFill>
                  <a:srgbClr val="3F3F3F"/>
                </a:solidFill>
              </a:defRPr>
            </a:lvl1pPr>
            <a:lvl2pPr marL="914400" lvl="1" indent="-228600" algn="l">
              <a:spcBef>
                <a:spcPts val="1000"/>
              </a:spcBef>
              <a:spcAft>
                <a:spcPts val="0"/>
              </a:spcAft>
              <a:buSzPts val="1280"/>
              <a:buFont typeface="Arial"/>
              <a:buNone/>
              <a:defRPr/>
            </a:lvl2pPr>
            <a:lvl3pPr marL="1371600" lvl="2" indent="-228600" algn="l">
              <a:spcBef>
                <a:spcPts val="1000"/>
              </a:spcBef>
              <a:spcAft>
                <a:spcPts val="0"/>
              </a:spcAft>
              <a:buSzPts val="1120"/>
              <a:buFont typeface="Arial"/>
              <a:buNone/>
              <a:defRPr/>
            </a:lvl3pPr>
            <a:lvl4pPr marL="1828800" lvl="3" indent="-228600" algn="l">
              <a:spcBef>
                <a:spcPts val="1000"/>
              </a:spcBef>
              <a:spcAft>
                <a:spcPts val="0"/>
              </a:spcAft>
              <a:buSzPts val="960"/>
              <a:buFont typeface="Arial"/>
              <a:buNone/>
              <a:defRPr/>
            </a:lvl4pPr>
            <a:lvl5pPr marL="2286000" lvl="4" indent="-228600" algn="l">
              <a:spcBef>
                <a:spcPts val="1000"/>
              </a:spcBef>
              <a:spcAft>
                <a:spcPts val="0"/>
              </a:spcAft>
              <a:buSzPts val="960"/>
              <a:buFont typeface="Arial"/>
              <a:buNone/>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114" name="Google Shape;114;p14"/>
          <p:cNvSpPr txBox="1">
            <a:spLocks noGrp="1"/>
          </p:cNvSpPr>
          <p:nvPr>
            <p:ph type="body" idx="2"/>
          </p:nvPr>
        </p:nvSpPr>
        <p:spPr>
          <a:xfrm>
            <a:off x="677335" y="4527448"/>
            <a:ext cx="8596668" cy="1513914"/>
          </a:xfrm>
          <a:prstGeom prst="rect">
            <a:avLst/>
          </a:prstGeom>
          <a:noFill/>
          <a:ln>
            <a:noFill/>
          </a:ln>
        </p:spPr>
        <p:txBody>
          <a:bodyPr spcFirstLastPara="1" wrap="square" lIns="91425" tIns="45700" rIns="91425" bIns="45700" anchor="t" anchorCtr="0">
            <a:noAutofit/>
          </a:bodyPr>
          <a:lstStyle>
            <a:lvl1pPr marL="457200" lvl="0" indent="-228600" algn="l">
              <a:spcBef>
                <a:spcPts val="1000"/>
              </a:spcBef>
              <a:spcAft>
                <a:spcPts val="0"/>
              </a:spcAft>
              <a:buSzPts val="1440"/>
              <a:buNone/>
              <a:defRPr sz="1800">
                <a:solidFill>
                  <a:srgbClr val="7F7F7F"/>
                </a:solidFill>
              </a:defRPr>
            </a:lvl1pPr>
            <a:lvl2pPr marL="914400" lvl="1" indent="-228600" algn="l">
              <a:spcBef>
                <a:spcPts val="1000"/>
              </a:spcBef>
              <a:spcAft>
                <a:spcPts val="0"/>
              </a:spcAft>
              <a:buSzPts val="1440"/>
              <a:buNone/>
              <a:defRPr sz="1800">
                <a:solidFill>
                  <a:srgbClr val="888888"/>
                </a:solidFill>
              </a:defRPr>
            </a:lvl2pPr>
            <a:lvl3pPr marL="1371600" lvl="2" indent="-228600" algn="l">
              <a:spcBef>
                <a:spcPts val="1000"/>
              </a:spcBef>
              <a:spcAft>
                <a:spcPts val="0"/>
              </a:spcAft>
              <a:buSzPts val="1280"/>
              <a:buNone/>
              <a:defRPr sz="1600">
                <a:solidFill>
                  <a:srgbClr val="888888"/>
                </a:solidFill>
              </a:defRPr>
            </a:lvl3pPr>
            <a:lvl4pPr marL="1828800" lvl="3" indent="-228600" algn="l">
              <a:spcBef>
                <a:spcPts val="1000"/>
              </a:spcBef>
              <a:spcAft>
                <a:spcPts val="0"/>
              </a:spcAft>
              <a:buSzPts val="1120"/>
              <a:buNone/>
              <a:defRPr sz="1400">
                <a:solidFill>
                  <a:srgbClr val="888888"/>
                </a:solidFill>
              </a:defRPr>
            </a:lvl4pPr>
            <a:lvl5pPr marL="2286000" lvl="4" indent="-228600" algn="l">
              <a:spcBef>
                <a:spcPts val="1000"/>
              </a:spcBef>
              <a:spcAft>
                <a:spcPts val="0"/>
              </a:spcAft>
              <a:buSzPts val="1120"/>
              <a:buNone/>
              <a:defRPr sz="1400">
                <a:solidFill>
                  <a:srgbClr val="888888"/>
                </a:solidFill>
              </a:defRPr>
            </a:lvl5pPr>
            <a:lvl6pPr marL="2743200" lvl="5" indent="-228600" algn="l">
              <a:spcBef>
                <a:spcPts val="1000"/>
              </a:spcBef>
              <a:spcAft>
                <a:spcPts val="0"/>
              </a:spcAft>
              <a:buSzPts val="1120"/>
              <a:buNone/>
              <a:defRPr sz="1400">
                <a:solidFill>
                  <a:srgbClr val="888888"/>
                </a:solidFill>
              </a:defRPr>
            </a:lvl6pPr>
            <a:lvl7pPr marL="3200400" lvl="6" indent="-228600" algn="l">
              <a:spcBef>
                <a:spcPts val="1000"/>
              </a:spcBef>
              <a:spcAft>
                <a:spcPts val="0"/>
              </a:spcAft>
              <a:buSzPts val="1120"/>
              <a:buNone/>
              <a:defRPr sz="1400">
                <a:solidFill>
                  <a:srgbClr val="888888"/>
                </a:solidFill>
              </a:defRPr>
            </a:lvl7pPr>
            <a:lvl8pPr marL="3657600" lvl="7" indent="-228600" algn="l">
              <a:spcBef>
                <a:spcPts val="1000"/>
              </a:spcBef>
              <a:spcAft>
                <a:spcPts val="0"/>
              </a:spcAft>
              <a:buSzPts val="1120"/>
              <a:buNone/>
              <a:defRPr sz="1400">
                <a:solidFill>
                  <a:srgbClr val="888888"/>
                </a:solidFill>
              </a:defRPr>
            </a:lvl8pPr>
            <a:lvl9pPr marL="4114800" lvl="8" indent="-228600" algn="l">
              <a:spcBef>
                <a:spcPts val="1000"/>
              </a:spcBef>
              <a:spcAft>
                <a:spcPts val="0"/>
              </a:spcAft>
              <a:buSzPts val="1120"/>
              <a:buNone/>
              <a:defRPr sz="1400">
                <a:solidFill>
                  <a:srgbClr val="888888"/>
                </a:solidFill>
              </a:defRPr>
            </a:lvl9pPr>
          </a:lstStyle>
          <a:p>
            <a:endParaRPr/>
          </a:p>
        </p:txBody>
      </p:sp>
      <p:sp>
        <p:nvSpPr>
          <p:cNvPr id="115" name="Google Shape;115;p14"/>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6" name="Google Shape;116;p14"/>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7" name="Google Shape;117;p14"/>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vi-VN"/>
              <a:t>‹#›</a:t>
            </a:fld>
            <a:endParaRPr/>
          </a:p>
        </p:txBody>
      </p:sp>
      <p:sp>
        <p:nvSpPr>
          <p:cNvPr id="118" name="Google Shape;118;p14"/>
          <p:cNvSpPr txBox="1"/>
          <p:nvPr/>
        </p:nvSpPr>
        <p:spPr>
          <a:xfrm>
            <a:off x="541870" y="790378"/>
            <a:ext cx="609600" cy="58477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vi-VN" sz="8000" b="0" i="0" u="none" strike="noStrike" cap="none">
                <a:solidFill>
                  <a:srgbClr val="9EDFF5"/>
                </a:solidFill>
                <a:latin typeface="Arial"/>
                <a:ea typeface="Arial"/>
                <a:cs typeface="Arial"/>
                <a:sym typeface="Arial"/>
              </a:rPr>
              <a:t>“</a:t>
            </a:r>
            <a:endParaRPr/>
          </a:p>
        </p:txBody>
      </p:sp>
      <p:sp>
        <p:nvSpPr>
          <p:cNvPr id="119" name="Google Shape;119;p14"/>
          <p:cNvSpPr txBox="1"/>
          <p:nvPr/>
        </p:nvSpPr>
        <p:spPr>
          <a:xfrm>
            <a:off x="8893011" y="2886556"/>
            <a:ext cx="609600" cy="58477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vi-VN" sz="8000" b="0" i="0" u="none" strike="noStrike" cap="none">
                <a:solidFill>
                  <a:srgbClr val="9EDFF5"/>
                </a:solidFill>
                <a:latin typeface="Arial"/>
                <a:ea typeface="Arial"/>
                <a:cs typeface="Arial"/>
                <a:sym typeface="Arial"/>
              </a:rPr>
              <a:t>”</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rue or False">
  <p:cSld name="True or False">
    <p:spTree>
      <p:nvGrpSpPr>
        <p:cNvPr id="1" name="Shape 120"/>
        <p:cNvGrpSpPr/>
        <p:nvPr/>
      </p:nvGrpSpPr>
      <p:grpSpPr>
        <a:xfrm>
          <a:off x="0" y="0"/>
          <a:ext cx="0" cy="0"/>
          <a:chOff x="0" y="0"/>
          <a:chExt cx="0" cy="0"/>
        </a:xfrm>
      </p:grpSpPr>
      <p:sp>
        <p:nvSpPr>
          <p:cNvPr id="121" name="Google Shape;121;p15"/>
          <p:cNvSpPr txBox="1">
            <a:spLocks noGrp="1"/>
          </p:cNvSpPr>
          <p:nvPr>
            <p:ph type="title"/>
          </p:nvPr>
        </p:nvSpPr>
        <p:spPr>
          <a:xfrm>
            <a:off x="685799" y="609600"/>
            <a:ext cx="8588203" cy="30226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chemeClr val="accent1"/>
              </a:buClr>
              <a:buSzPts val="4400"/>
              <a:buFont typeface="Arial"/>
              <a:buNone/>
              <a:defRPr sz="44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2" name="Google Shape;122;p15"/>
          <p:cNvSpPr txBox="1">
            <a:spLocks noGrp="1"/>
          </p:cNvSpPr>
          <p:nvPr>
            <p:ph type="body" idx="1"/>
          </p:nvPr>
        </p:nvSpPr>
        <p:spPr>
          <a:xfrm>
            <a:off x="677332" y="4013200"/>
            <a:ext cx="8596669" cy="514248"/>
          </a:xfrm>
          <a:prstGeom prst="rect">
            <a:avLst/>
          </a:prstGeom>
          <a:noFill/>
          <a:ln>
            <a:noFill/>
          </a:ln>
        </p:spPr>
        <p:txBody>
          <a:bodyPr spcFirstLastPara="1" wrap="square" lIns="91425" tIns="45700" rIns="91425" bIns="45700" anchor="b" anchorCtr="0">
            <a:noAutofit/>
          </a:bodyPr>
          <a:lstStyle>
            <a:lvl1pPr marL="457200" lvl="0" indent="-228600" algn="l">
              <a:spcBef>
                <a:spcPts val="1000"/>
              </a:spcBef>
              <a:spcAft>
                <a:spcPts val="0"/>
              </a:spcAft>
              <a:buSzPts val="1920"/>
              <a:buFont typeface="Arial"/>
              <a:buNone/>
              <a:defRPr sz="2400">
                <a:solidFill>
                  <a:schemeClr val="accent1"/>
                </a:solidFill>
              </a:defRPr>
            </a:lvl1pPr>
            <a:lvl2pPr marL="914400" lvl="1" indent="-228600" algn="l">
              <a:spcBef>
                <a:spcPts val="1000"/>
              </a:spcBef>
              <a:spcAft>
                <a:spcPts val="0"/>
              </a:spcAft>
              <a:buSzPts val="1280"/>
              <a:buFont typeface="Arial"/>
              <a:buNone/>
              <a:defRPr/>
            </a:lvl2pPr>
            <a:lvl3pPr marL="1371600" lvl="2" indent="-228600" algn="l">
              <a:spcBef>
                <a:spcPts val="1000"/>
              </a:spcBef>
              <a:spcAft>
                <a:spcPts val="0"/>
              </a:spcAft>
              <a:buSzPts val="1120"/>
              <a:buFont typeface="Arial"/>
              <a:buNone/>
              <a:defRPr/>
            </a:lvl3pPr>
            <a:lvl4pPr marL="1828800" lvl="3" indent="-228600" algn="l">
              <a:spcBef>
                <a:spcPts val="1000"/>
              </a:spcBef>
              <a:spcAft>
                <a:spcPts val="0"/>
              </a:spcAft>
              <a:buSzPts val="960"/>
              <a:buFont typeface="Arial"/>
              <a:buNone/>
              <a:defRPr/>
            </a:lvl4pPr>
            <a:lvl5pPr marL="2286000" lvl="4" indent="-228600" algn="l">
              <a:spcBef>
                <a:spcPts val="1000"/>
              </a:spcBef>
              <a:spcAft>
                <a:spcPts val="0"/>
              </a:spcAft>
              <a:buSzPts val="960"/>
              <a:buFont typeface="Arial"/>
              <a:buNone/>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123" name="Google Shape;123;p15"/>
          <p:cNvSpPr txBox="1">
            <a:spLocks noGrp="1"/>
          </p:cNvSpPr>
          <p:nvPr>
            <p:ph type="body" idx="2"/>
          </p:nvPr>
        </p:nvSpPr>
        <p:spPr>
          <a:xfrm>
            <a:off x="677335" y="4527448"/>
            <a:ext cx="8596668" cy="1513914"/>
          </a:xfrm>
          <a:prstGeom prst="rect">
            <a:avLst/>
          </a:prstGeom>
          <a:noFill/>
          <a:ln>
            <a:noFill/>
          </a:ln>
        </p:spPr>
        <p:txBody>
          <a:bodyPr spcFirstLastPara="1" wrap="square" lIns="91425" tIns="45700" rIns="91425" bIns="45700" anchor="t" anchorCtr="0">
            <a:noAutofit/>
          </a:bodyPr>
          <a:lstStyle>
            <a:lvl1pPr marL="457200" lvl="0" indent="-228600" algn="l">
              <a:spcBef>
                <a:spcPts val="1000"/>
              </a:spcBef>
              <a:spcAft>
                <a:spcPts val="0"/>
              </a:spcAft>
              <a:buSzPts val="1440"/>
              <a:buNone/>
              <a:defRPr sz="1800">
                <a:solidFill>
                  <a:srgbClr val="7F7F7F"/>
                </a:solidFill>
              </a:defRPr>
            </a:lvl1pPr>
            <a:lvl2pPr marL="914400" lvl="1" indent="-228600" algn="l">
              <a:spcBef>
                <a:spcPts val="1000"/>
              </a:spcBef>
              <a:spcAft>
                <a:spcPts val="0"/>
              </a:spcAft>
              <a:buSzPts val="1440"/>
              <a:buNone/>
              <a:defRPr sz="1800">
                <a:solidFill>
                  <a:srgbClr val="888888"/>
                </a:solidFill>
              </a:defRPr>
            </a:lvl2pPr>
            <a:lvl3pPr marL="1371600" lvl="2" indent="-228600" algn="l">
              <a:spcBef>
                <a:spcPts val="1000"/>
              </a:spcBef>
              <a:spcAft>
                <a:spcPts val="0"/>
              </a:spcAft>
              <a:buSzPts val="1280"/>
              <a:buNone/>
              <a:defRPr sz="1600">
                <a:solidFill>
                  <a:srgbClr val="888888"/>
                </a:solidFill>
              </a:defRPr>
            </a:lvl3pPr>
            <a:lvl4pPr marL="1828800" lvl="3" indent="-228600" algn="l">
              <a:spcBef>
                <a:spcPts val="1000"/>
              </a:spcBef>
              <a:spcAft>
                <a:spcPts val="0"/>
              </a:spcAft>
              <a:buSzPts val="1120"/>
              <a:buNone/>
              <a:defRPr sz="1400">
                <a:solidFill>
                  <a:srgbClr val="888888"/>
                </a:solidFill>
              </a:defRPr>
            </a:lvl4pPr>
            <a:lvl5pPr marL="2286000" lvl="4" indent="-228600" algn="l">
              <a:spcBef>
                <a:spcPts val="1000"/>
              </a:spcBef>
              <a:spcAft>
                <a:spcPts val="0"/>
              </a:spcAft>
              <a:buSzPts val="1120"/>
              <a:buNone/>
              <a:defRPr sz="1400">
                <a:solidFill>
                  <a:srgbClr val="888888"/>
                </a:solidFill>
              </a:defRPr>
            </a:lvl5pPr>
            <a:lvl6pPr marL="2743200" lvl="5" indent="-228600" algn="l">
              <a:spcBef>
                <a:spcPts val="1000"/>
              </a:spcBef>
              <a:spcAft>
                <a:spcPts val="0"/>
              </a:spcAft>
              <a:buSzPts val="1120"/>
              <a:buNone/>
              <a:defRPr sz="1400">
                <a:solidFill>
                  <a:srgbClr val="888888"/>
                </a:solidFill>
              </a:defRPr>
            </a:lvl6pPr>
            <a:lvl7pPr marL="3200400" lvl="6" indent="-228600" algn="l">
              <a:spcBef>
                <a:spcPts val="1000"/>
              </a:spcBef>
              <a:spcAft>
                <a:spcPts val="0"/>
              </a:spcAft>
              <a:buSzPts val="1120"/>
              <a:buNone/>
              <a:defRPr sz="1400">
                <a:solidFill>
                  <a:srgbClr val="888888"/>
                </a:solidFill>
              </a:defRPr>
            </a:lvl7pPr>
            <a:lvl8pPr marL="3657600" lvl="7" indent="-228600" algn="l">
              <a:spcBef>
                <a:spcPts val="1000"/>
              </a:spcBef>
              <a:spcAft>
                <a:spcPts val="0"/>
              </a:spcAft>
              <a:buSzPts val="1120"/>
              <a:buNone/>
              <a:defRPr sz="1400">
                <a:solidFill>
                  <a:srgbClr val="888888"/>
                </a:solidFill>
              </a:defRPr>
            </a:lvl8pPr>
            <a:lvl9pPr marL="4114800" lvl="8" indent="-228600" algn="l">
              <a:spcBef>
                <a:spcPts val="1000"/>
              </a:spcBef>
              <a:spcAft>
                <a:spcPts val="0"/>
              </a:spcAft>
              <a:buSzPts val="1120"/>
              <a:buNone/>
              <a:defRPr sz="1400">
                <a:solidFill>
                  <a:srgbClr val="888888"/>
                </a:solidFill>
              </a:defRPr>
            </a:lvl9pPr>
          </a:lstStyle>
          <a:p>
            <a:endParaRPr/>
          </a:p>
        </p:txBody>
      </p:sp>
      <p:sp>
        <p:nvSpPr>
          <p:cNvPr id="124" name="Google Shape;124;p15"/>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5" name="Google Shape;125;p15"/>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6" name="Google Shape;126;p15"/>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vi-V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27"/>
        <p:cNvGrpSpPr/>
        <p:nvPr/>
      </p:nvGrpSpPr>
      <p:grpSpPr>
        <a:xfrm>
          <a:off x="0" y="0"/>
          <a:ext cx="0" cy="0"/>
          <a:chOff x="0" y="0"/>
          <a:chExt cx="0" cy="0"/>
        </a:xfrm>
      </p:grpSpPr>
      <p:sp>
        <p:nvSpPr>
          <p:cNvPr id="128" name="Google Shape;128;p16"/>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9" name="Google Shape;129;p16"/>
          <p:cNvSpPr txBox="1">
            <a:spLocks noGrp="1"/>
          </p:cNvSpPr>
          <p:nvPr>
            <p:ph type="body" idx="1"/>
          </p:nvPr>
        </p:nvSpPr>
        <p:spPr>
          <a:xfrm rot="5400000">
            <a:off x="3035282" y="-197358"/>
            <a:ext cx="3880773" cy="8596668"/>
          </a:xfrm>
          <a:prstGeom prst="rect">
            <a:avLst/>
          </a:prstGeom>
          <a:noFill/>
          <a:ln>
            <a:noFill/>
          </a:ln>
        </p:spPr>
        <p:txBody>
          <a:bodyPr spcFirstLastPara="1" wrap="square" lIns="91425" tIns="45700" rIns="91425" bIns="45700" anchor="t" anchorCtr="0">
            <a:no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39" algn="l">
              <a:spcBef>
                <a:spcPts val="1000"/>
              </a:spcBef>
              <a:spcAft>
                <a:spcPts val="0"/>
              </a:spcAft>
              <a:buSzPts val="1440"/>
              <a:buChar char="►"/>
              <a:defRPr/>
            </a:lvl3pPr>
            <a:lvl4pPr marL="1828800" lvl="3" indent="-320039" algn="l">
              <a:spcBef>
                <a:spcPts val="1000"/>
              </a:spcBef>
              <a:spcAft>
                <a:spcPts val="0"/>
              </a:spcAft>
              <a:buSzPts val="1440"/>
              <a:buChar char="►"/>
              <a:defRPr/>
            </a:lvl4pPr>
            <a:lvl5pPr marL="2286000" lvl="4" indent="-320039" algn="l">
              <a:spcBef>
                <a:spcPts val="1000"/>
              </a:spcBef>
              <a:spcAft>
                <a:spcPts val="0"/>
              </a:spcAft>
              <a:buSzPts val="1440"/>
              <a:buChar char="►"/>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130" name="Google Shape;130;p16"/>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1" name="Google Shape;131;p16"/>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2" name="Google Shape;132;p16"/>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vi-V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33"/>
        <p:cNvGrpSpPr/>
        <p:nvPr/>
      </p:nvGrpSpPr>
      <p:grpSpPr>
        <a:xfrm>
          <a:off x="0" y="0"/>
          <a:ext cx="0" cy="0"/>
          <a:chOff x="0" y="0"/>
          <a:chExt cx="0" cy="0"/>
        </a:xfrm>
      </p:grpSpPr>
      <p:sp>
        <p:nvSpPr>
          <p:cNvPr id="134" name="Google Shape;134;p17"/>
          <p:cNvSpPr txBox="1">
            <a:spLocks noGrp="1"/>
          </p:cNvSpPr>
          <p:nvPr>
            <p:ph type="title"/>
          </p:nvPr>
        </p:nvSpPr>
        <p:spPr>
          <a:xfrm rot="5400000">
            <a:off x="5994319" y="2582953"/>
            <a:ext cx="5251451" cy="1304743"/>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5" name="Google Shape;135;p17"/>
          <p:cNvSpPr txBox="1">
            <a:spLocks noGrp="1"/>
          </p:cNvSpPr>
          <p:nvPr>
            <p:ph type="body" idx="1"/>
          </p:nvPr>
        </p:nvSpPr>
        <p:spPr>
          <a:xfrm rot="5400000">
            <a:off x="1581685" y="-294750"/>
            <a:ext cx="5251450" cy="7060150"/>
          </a:xfrm>
          <a:prstGeom prst="rect">
            <a:avLst/>
          </a:prstGeom>
          <a:noFill/>
          <a:ln>
            <a:noFill/>
          </a:ln>
        </p:spPr>
        <p:txBody>
          <a:bodyPr spcFirstLastPara="1" wrap="square" lIns="91425" tIns="45700" rIns="91425" bIns="45700" anchor="t" anchorCtr="0">
            <a:no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39" algn="l">
              <a:spcBef>
                <a:spcPts val="1000"/>
              </a:spcBef>
              <a:spcAft>
                <a:spcPts val="0"/>
              </a:spcAft>
              <a:buSzPts val="1440"/>
              <a:buChar char="►"/>
              <a:defRPr/>
            </a:lvl3pPr>
            <a:lvl4pPr marL="1828800" lvl="3" indent="-320039" algn="l">
              <a:spcBef>
                <a:spcPts val="1000"/>
              </a:spcBef>
              <a:spcAft>
                <a:spcPts val="0"/>
              </a:spcAft>
              <a:buSzPts val="1440"/>
              <a:buChar char="►"/>
              <a:defRPr/>
            </a:lvl4pPr>
            <a:lvl5pPr marL="2286000" lvl="4" indent="-320039" algn="l">
              <a:spcBef>
                <a:spcPts val="1000"/>
              </a:spcBef>
              <a:spcAft>
                <a:spcPts val="0"/>
              </a:spcAft>
              <a:buSzPts val="1440"/>
              <a:buChar char="►"/>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136" name="Google Shape;136;p17"/>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7" name="Google Shape;137;p17"/>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8" name="Google Shape;138;p17"/>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vi-V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grpSp>
        <p:nvGrpSpPr>
          <p:cNvPr id="6" name="Google Shape;6;p1"/>
          <p:cNvGrpSpPr/>
          <p:nvPr/>
        </p:nvGrpSpPr>
        <p:grpSpPr>
          <a:xfrm>
            <a:off x="0" y="-8467"/>
            <a:ext cx="12192000" cy="6866467"/>
            <a:chOff x="0" y="-8467"/>
            <a:chExt cx="12192000" cy="6866467"/>
          </a:xfrm>
        </p:grpSpPr>
        <p:cxnSp>
          <p:nvCxnSpPr>
            <p:cNvPr id="7" name="Google Shape;7;p1"/>
            <p:cNvCxnSpPr/>
            <p:nvPr/>
          </p:nvCxnSpPr>
          <p:spPr>
            <a:xfrm>
              <a:off x="9371012" y="0"/>
              <a:ext cx="1219200" cy="6858000"/>
            </a:xfrm>
            <a:prstGeom prst="straightConnector1">
              <a:avLst/>
            </a:prstGeom>
            <a:noFill/>
            <a:ln w="9525" cap="flat" cmpd="sng">
              <a:solidFill>
                <a:schemeClr val="accent1">
                  <a:alpha val="69803"/>
                </a:schemeClr>
              </a:solidFill>
              <a:prstDash val="solid"/>
              <a:round/>
              <a:headEnd type="none" w="sm" len="sm"/>
              <a:tailEnd type="none" w="sm" len="sm"/>
            </a:ln>
          </p:spPr>
        </p:cxnSp>
        <p:cxnSp>
          <p:nvCxnSpPr>
            <p:cNvPr id="8" name="Google Shape;8;p1"/>
            <p:cNvCxnSpPr/>
            <p:nvPr/>
          </p:nvCxnSpPr>
          <p:spPr>
            <a:xfrm flipH="1">
              <a:off x="7425267" y="3681413"/>
              <a:ext cx="4763558" cy="3176587"/>
            </a:xfrm>
            <a:prstGeom prst="straightConnector1">
              <a:avLst/>
            </a:prstGeom>
            <a:noFill/>
            <a:ln w="9525" cap="flat" cmpd="sng">
              <a:solidFill>
                <a:schemeClr val="accent1">
                  <a:alpha val="69803"/>
                </a:schemeClr>
              </a:solidFill>
              <a:prstDash val="solid"/>
              <a:round/>
              <a:headEnd type="none" w="sm" len="sm"/>
              <a:tailEnd type="none" w="sm" len="sm"/>
            </a:ln>
          </p:spPr>
        </p:cxnSp>
        <p:sp>
          <p:nvSpPr>
            <p:cNvPr id="9" name="Google Shape;9;p1"/>
            <p:cNvSpPr/>
            <p:nvPr/>
          </p:nvSpPr>
          <p:spPr>
            <a:xfrm>
              <a:off x="9181476" y="-8467"/>
              <a:ext cx="3007349" cy="6866467"/>
            </a:xfrm>
            <a:custGeom>
              <a:avLst/>
              <a:gdLst/>
              <a:ahLst/>
              <a:cxnLst/>
              <a:rect l="l" t="t" r="r" b="b"/>
              <a:pathLst>
                <a:path w="3007349" h="6866467" extrusionOk="0">
                  <a:moveTo>
                    <a:pt x="2045532" y="0"/>
                  </a:moveTo>
                  <a:lnTo>
                    <a:pt x="3007349" y="0"/>
                  </a:lnTo>
                  <a:lnTo>
                    <a:pt x="3007349" y="6866467"/>
                  </a:lnTo>
                  <a:lnTo>
                    <a:pt x="0" y="6866467"/>
                  </a:lnTo>
                  <a:lnTo>
                    <a:pt x="2045532" y="0"/>
                  </a:lnTo>
                  <a:close/>
                </a:path>
              </a:pathLst>
            </a:custGeom>
            <a:solidFill>
              <a:schemeClr val="accent1">
                <a:alpha val="35686"/>
              </a:schemeClr>
            </a:solidFill>
            <a:ln>
              <a:noFill/>
            </a:ln>
          </p:spPr>
        </p:sp>
        <p:sp>
          <p:nvSpPr>
            <p:cNvPr id="10" name="Google Shape;10;p1"/>
            <p:cNvSpPr/>
            <p:nvPr/>
          </p:nvSpPr>
          <p:spPr>
            <a:xfrm>
              <a:off x="9603442" y="-8467"/>
              <a:ext cx="2588558" cy="6866467"/>
            </a:xfrm>
            <a:custGeom>
              <a:avLst/>
              <a:gdLst/>
              <a:ahLst/>
              <a:cxnLst/>
              <a:rect l="l" t="t" r="r" b="b"/>
              <a:pathLst>
                <a:path w="2573311" h="6866467" extrusionOk="0">
                  <a:moveTo>
                    <a:pt x="0" y="0"/>
                  </a:moveTo>
                  <a:lnTo>
                    <a:pt x="2573311" y="0"/>
                  </a:lnTo>
                  <a:lnTo>
                    <a:pt x="2573311" y="6866467"/>
                  </a:lnTo>
                  <a:lnTo>
                    <a:pt x="1202336" y="6866467"/>
                  </a:lnTo>
                  <a:lnTo>
                    <a:pt x="0" y="0"/>
                  </a:lnTo>
                  <a:close/>
                </a:path>
              </a:pathLst>
            </a:custGeom>
            <a:solidFill>
              <a:schemeClr val="accent1">
                <a:alpha val="20000"/>
              </a:schemeClr>
            </a:solidFill>
            <a:ln>
              <a:noFill/>
            </a:ln>
          </p:spPr>
        </p:sp>
        <p:sp>
          <p:nvSpPr>
            <p:cNvPr id="11" name="Google Shape;11;p1"/>
            <p:cNvSpPr/>
            <p:nvPr/>
          </p:nvSpPr>
          <p:spPr>
            <a:xfrm>
              <a:off x="8932333" y="3048000"/>
              <a:ext cx="3259667" cy="3810000"/>
            </a:xfrm>
            <a:prstGeom prst="triangle">
              <a:avLst>
                <a:gd name="adj" fmla="val 100000"/>
              </a:avLst>
            </a:prstGeom>
            <a:solidFill>
              <a:srgbClr val="16B0E3">
                <a:alpha val="65882"/>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1"/>
            <p:cNvSpPr/>
            <p:nvPr/>
          </p:nvSpPr>
          <p:spPr>
            <a:xfrm>
              <a:off x="9334500" y="-8467"/>
              <a:ext cx="2854326" cy="6866467"/>
            </a:xfrm>
            <a:custGeom>
              <a:avLst/>
              <a:gdLst/>
              <a:ahLst/>
              <a:cxnLst/>
              <a:rect l="l" t="t" r="r" b="b"/>
              <a:pathLst>
                <a:path w="2858013" h="6866467" extrusionOk="0">
                  <a:moveTo>
                    <a:pt x="0" y="0"/>
                  </a:moveTo>
                  <a:lnTo>
                    <a:pt x="2858013" y="0"/>
                  </a:lnTo>
                  <a:lnTo>
                    <a:pt x="2858013" y="6866467"/>
                  </a:lnTo>
                  <a:lnTo>
                    <a:pt x="2473942" y="6866467"/>
                  </a:lnTo>
                  <a:lnTo>
                    <a:pt x="0" y="0"/>
                  </a:lnTo>
                  <a:close/>
                </a:path>
              </a:pathLst>
            </a:custGeom>
            <a:solidFill>
              <a:srgbClr val="16B0E3">
                <a:alpha val="49803"/>
              </a:srgbClr>
            </a:solidFill>
            <a:ln>
              <a:noFill/>
            </a:ln>
          </p:spPr>
        </p:sp>
        <p:sp>
          <p:nvSpPr>
            <p:cNvPr id="13" name="Google Shape;13;p1"/>
            <p:cNvSpPr/>
            <p:nvPr/>
          </p:nvSpPr>
          <p:spPr>
            <a:xfrm>
              <a:off x="10898730" y="-8467"/>
              <a:ext cx="1290094" cy="6866467"/>
            </a:xfrm>
            <a:custGeom>
              <a:avLst/>
              <a:gdLst/>
              <a:ahLst/>
              <a:cxnLst/>
              <a:rect l="l" t="t" r="r" b="b"/>
              <a:pathLst>
                <a:path w="1290094" h="6858000" extrusionOk="0">
                  <a:moveTo>
                    <a:pt x="1019735" y="0"/>
                  </a:moveTo>
                  <a:lnTo>
                    <a:pt x="1290094" y="0"/>
                  </a:lnTo>
                  <a:lnTo>
                    <a:pt x="1290094" y="6858000"/>
                  </a:lnTo>
                  <a:lnTo>
                    <a:pt x="0" y="6858000"/>
                  </a:lnTo>
                  <a:lnTo>
                    <a:pt x="1019735" y="0"/>
                  </a:lnTo>
                  <a:close/>
                </a:path>
              </a:pathLst>
            </a:custGeom>
            <a:solidFill>
              <a:schemeClr val="accent2">
                <a:alpha val="69803"/>
              </a:schemeClr>
            </a:solidFill>
            <a:ln>
              <a:noFill/>
            </a:ln>
          </p:spPr>
        </p:sp>
        <p:sp>
          <p:nvSpPr>
            <p:cNvPr id="14" name="Google Shape;14;p1"/>
            <p:cNvSpPr/>
            <p:nvPr/>
          </p:nvSpPr>
          <p:spPr>
            <a:xfrm>
              <a:off x="10938999" y="-8467"/>
              <a:ext cx="1249825" cy="6866467"/>
            </a:xfrm>
            <a:custGeom>
              <a:avLst/>
              <a:gdLst/>
              <a:ahLst/>
              <a:cxnLst/>
              <a:rect l="l" t="t" r="r" b="b"/>
              <a:pathLst>
                <a:path w="1249825" h="6858000" extrusionOk="0">
                  <a:moveTo>
                    <a:pt x="0" y="0"/>
                  </a:moveTo>
                  <a:lnTo>
                    <a:pt x="1249825" y="0"/>
                  </a:lnTo>
                  <a:lnTo>
                    <a:pt x="1249825" y="6858000"/>
                  </a:lnTo>
                  <a:lnTo>
                    <a:pt x="1109382" y="6858000"/>
                  </a:lnTo>
                  <a:lnTo>
                    <a:pt x="0" y="0"/>
                  </a:lnTo>
                  <a:close/>
                </a:path>
              </a:pathLst>
            </a:custGeom>
            <a:solidFill>
              <a:srgbClr val="226292">
                <a:alpha val="80000"/>
              </a:srgbClr>
            </a:solidFill>
            <a:ln>
              <a:noFill/>
            </a:ln>
          </p:spPr>
        </p:sp>
        <p:sp>
          <p:nvSpPr>
            <p:cNvPr id="15" name="Google Shape;15;p1"/>
            <p:cNvSpPr/>
            <p:nvPr/>
          </p:nvSpPr>
          <p:spPr>
            <a:xfrm>
              <a:off x="10371666" y="3589867"/>
              <a:ext cx="1817159" cy="3268133"/>
            </a:xfrm>
            <a:prstGeom prst="triangle">
              <a:avLst>
                <a:gd name="adj" fmla="val 100000"/>
              </a:avLst>
            </a:prstGeom>
            <a:solidFill>
              <a:srgbClr val="16B0E3">
                <a:alpha val="65882"/>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1"/>
            <p:cNvSpPr/>
            <p:nvPr/>
          </p:nvSpPr>
          <p:spPr>
            <a:xfrm>
              <a:off x="0" y="4013200"/>
              <a:ext cx="448733" cy="2844800"/>
            </a:xfrm>
            <a:prstGeom prst="triangle">
              <a:avLst>
                <a:gd name="adj" fmla="val 0"/>
              </a:avLst>
            </a:prstGeom>
            <a:solidFill>
              <a:schemeClr val="accent1">
                <a:alpha val="69803"/>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 name="Google Shape;17;p1"/>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Clr>
                <a:schemeClr val="accent1"/>
              </a:buClr>
              <a:buSzPts val="3600"/>
              <a:buFont typeface="Arial"/>
              <a:buNone/>
              <a:defRPr sz="3600" b="0" i="0" u="none" strike="noStrike" cap="none">
                <a:solidFill>
                  <a:schemeClr val="accent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2"/>
                </a:solidFill>
              </a:defRPr>
            </a:lvl2pPr>
            <a:lvl3pPr marR="0" lvl="2" algn="l" rtl="0">
              <a:spcBef>
                <a:spcPts val="0"/>
              </a:spcBef>
              <a:spcAft>
                <a:spcPts val="0"/>
              </a:spcAft>
              <a:buSzPts val="1400"/>
              <a:buNone/>
              <a:defRPr sz="1800" b="0" i="0" u="none" strike="noStrike" cap="none">
                <a:solidFill>
                  <a:schemeClr val="dk2"/>
                </a:solidFill>
              </a:defRPr>
            </a:lvl3pPr>
            <a:lvl4pPr marR="0" lvl="3" algn="l" rtl="0">
              <a:spcBef>
                <a:spcPts val="0"/>
              </a:spcBef>
              <a:spcAft>
                <a:spcPts val="0"/>
              </a:spcAft>
              <a:buSzPts val="1400"/>
              <a:buNone/>
              <a:defRPr sz="1800" b="0" i="0" u="none" strike="noStrike" cap="none">
                <a:solidFill>
                  <a:schemeClr val="dk2"/>
                </a:solidFill>
              </a:defRPr>
            </a:lvl4pPr>
            <a:lvl5pPr marR="0" lvl="4" algn="l" rtl="0">
              <a:spcBef>
                <a:spcPts val="0"/>
              </a:spcBef>
              <a:spcAft>
                <a:spcPts val="0"/>
              </a:spcAft>
              <a:buSzPts val="1400"/>
              <a:buNone/>
              <a:defRPr sz="1800" b="0" i="0" u="none" strike="noStrike" cap="none">
                <a:solidFill>
                  <a:schemeClr val="dk2"/>
                </a:solidFill>
              </a:defRPr>
            </a:lvl5pPr>
            <a:lvl6pPr marR="0" lvl="5" algn="l" rtl="0">
              <a:spcBef>
                <a:spcPts val="0"/>
              </a:spcBef>
              <a:spcAft>
                <a:spcPts val="0"/>
              </a:spcAft>
              <a:buSzPts val="1400"/>
              <a:buNone/>
              <a:defRPr sz="1800" b="0" i="0" u="none" strike="noStrike" cap="none">
                <a:solidFill>
                  <a:schemeClr val="dk2"/>
                </a:solidFill>
              </a:defRPr>
            </a:lvl6pPr>
            <a:lvl7pPr marR="0" lvl="6" algn="l" rtl="0">
              <a:spcBef>
                <a:spcPts val="0"/>
              </a:spcBef>
              <a:spcAft>
                <a:spcPts val="0"/>
              </a:spcAft>
              <a:buSzPts val="1400"/>
              <a:buNone/>
              <a:defRPr sz="1800" b="0" i="0" u="none" strike="noStrike" cap="none">
                <a:solidFill>
                  <a:schemeClr val="dk2"/>
                </a:solidFill>
              </a:defRPr>
            </a:lvl7pPr>
            <a:lvl8pPr marR="0" lvl="7" algn="l" rtl="0">
              <a:spcBef>
                <a:spcPts val="0"/>
              </a:spcBef>
              <a:spcAft>
                <a:spcPts val="0"/>
              </a:spcAft>
              <a:buSzPts val="1400"/>
              <a:buNone/>
              <a:defRPr sz="1800" b="0" i="0" u="none" strike="noStrike" cap="none">
                <a:solidFill>
                  <a:schemeClr val="dk2"/>
                </a:solidFill>
              </a:defRPr>
            </a:lvl8pPr>
            <a:lvl9pPr marR="0" lvl="8" algn="l" rtl="0">
              <a:spcBef>
                <a:spcPts val="0"/>
              </a:spcBef>
              <a:spcAft>
                <a:spcPts val="0"/>
              </a:spcAft>
              <a:buSzPts val="1400"/>
              <a:buNone/>
              <a:defRPr sz="1800" b="0" i="0" u="none" strike="noStrike" cap="none">
                <a:solidFill>
                  <a:schemeClr val="dk2"/>
                </a:solidFill>
              </a:defRPr>
            </a:lvl9pPr>
          </a:lstStyle>
          <a:p>
            <a:endParaRPr/>
          </a:p>
        </p:txBody>
      </p:sp>
      <p:sp>
        <p:nvSpPr>
          <p:cNvPr id="18" name="Google Shape;18;p1"/>
          <p:cNvSpPr txBox="1">
            <a:spLocks noGrp="1"/>
          </p:cNvSpPr>
          <p:nvPr>
            <p:ph type="body" idx="1"/>
          </p:nvPr>
        </p:nvSpPr>
        <p:spPr>
          <a:xfrm>
            <a:off x="677334" y="2160589"/>
            <a:ext cx="8596668" cy="3880773"/>
          </a:xfrm>
          <a:prstGeom prst="rect">
            <a:avLst/>
          </a:prstGeom>
          <a:noFill/>
          <a:ln>
            <a:noFill/>
          </a:ln>
        </p:spPr>
        <p:txBody>
          <a:bodyPr spcFirstLastPara="1" wrap="square" lIns="91425" tIns="45700" rIns="91425" bIns="45700" anchor="t" anchorCtr="0">
            <a:noAutofit/>
          </a:bodyPr>
          <a:lstStyle>
            <a:lvl1pPr marL="457200" marR="0" lvl="0" indent="-320040" algn="l" rtl="0">
              <a:spcBef>
                <a:spcPts val="1000"/>
              </a:spcBef>
              <a:spcAft>
                <a:spcPts val="0"/>
              </a:spcAft>
              <a:buClr>
                <a:schemeClr val="accent1"/>
              </a:buClr>
              <a:buSzPts val="1440"/>
              <a:buFont typeface="Noto Sans Symbols"/>
              <a:buChar char="►"/>
              <a:defRPr sz="1800" b="0" i="0" u="none" strike="noStrike" cap="none">
                <a:solidFill>
                  <a:srgbClr val="3F3F3F"/>
                </a:solidFill>
                <a:latin typeface="Arial"/>
                <a:ea typeface="Arial"/>
                <a:cs typeface="Arial"/>
                <a:sym typeface="Arial"/>
              </a:defRPr>
            </a:lvl1pPr>
            <a:lvl2pPr marL="914400" marR="0" lvl="1" indent="-309880" algn="l" rtl="0">
              <a:spcBef>
                <a:spcPts val="1000"/>
              </a:spcBef>
              <a:spcAft>
                <a:spcPts val="0"/>
              </a:spcAft>
              <a:buClr>
                <a:schemeClr val="accent1"/>
              </a:buClr>
              <a:buSzPts val="1280"/>
              <a:buFont typeface="Noto Sans Symbols"/>
              <a:buChar char="►"/>
              <a:defRPr sz="1600" b="0" i="0" u="none" strike="noStrike" cap="none">
                <a:solidFill>
                  <a:srgbClr val="3F3F3F"/>
                </a:solidFill>
                <a:latin typeface="Arial"/>
                <a:ea typeface="Arial"/>
                <a:cs typeface="Arial"/>
                <a:sym typeface="Arial"/>
              </a:defRPr>
            </a:lvl2pPr>
            <a:lvl3pPr marL="1371600" marR="0" lvl="2" indent="-299719" algn="l" rtl="0">
              <a:spcBef>
                <a:spcPts val="1000"/>
              </a:spcBef>
              <a:spcAft>
                <a:spcPts val="0"/>
              </a:spcAft>
              <a:buClr>
                <a:schemeClr val="accent1"/>
              </a:buClr>
              <a:buSzPts val="1120"/>
              <a:buFont typeface="Noto Sans Symbols"/>
              <a:buChar char="►"/>
              <a:defRPr sz="1400" b="0" i="0" u="none" strike="noStrike" cap="none">
                <a:solidFill>
                  <a:srgbClr val="3F3F3F"/>
                </a:solidFill>
                <a:latin typeface="Arial"/>
                <a:ea typeface="Arial"/>
                <a:cs typeface="Arial"/>
                <a:sym typeface="Arial"/>
              </a:defRPr>
            </a:lvl3pPr>
            <a:lvl4pPr marL="1828800" marR="0" lvl="3" indent="-289560" algn="l" rtl="0">
              <a:spcBef>
                <a:spcPts val="1000"/>
              </a:spcBef>
              <a:spcAft>
                <a:spcPts val="0"/>
              </a:spcAft>
              <a:buClr>
                <a:schemeClr val="accent1"/>
              </a:buClr>
              <a:buSzPts val="960"/>
              <a:buFont typeface="Noto Sans Symbols"/>
              <a:buChar char="►"/>
              <a:defRPr sz="1200" b="0" i="0" u="none" strike="noStrike" cap="none">
                <a:solidFill>
                  <a:srgbClr val="3F3F3F"/>
                </a:solidFill>
                <a:latin typeface="Arial"/>
                <a:ea typeface="Arial"/>
                <a:cs typeface="Arial"/>
                <a:sym typeface="Arial"/>
              </a:defRPr>
            </a:lvl4pPr>
            <a:lvl5pPr marL="2286000" marR="0" lvl="4" indent="-289560" algn="l" rtl="0">
              <a:spcBef>
                <a:spcPts val="1000"/>
              </a:spcBef>
              <a:spcAft>
                <a:spcPts val="0"/>
              </a:spcAft>
              <a:buClr>
                <a:schemeClr val="accent1"/>
              </a:buClr>
              <a:buSzPts val="960"/>
              <a:buFont typeface="Noto Sans Symbols"/>
              <a:buChar char="►"/>
              <a:defRPr sz="1200" b="0" i="0" u="none" strike="noStrike" cap="none">
                <a:solidFill>
                  <a:srgbClr val="3F3F3F"/>
                </a:solidFill>
                <a:latin typeface="Arial"/>
                <a:ea typeface="Arial"/>
                <a:cs typeface="Arial"/>
                <a:sym typeface="Arial"/>
              </a:defRPr>
            </a:lvl5pPr>
            <a:lvl6pPr marL="2743200" marR="0" lvl="5" indent="-289560" algn="l" rtl="0">
              <a:spcBef>
                <a:spcPts val="1000"/>
              </a:spcBef>
              <a:spcAft>
                <a:spcPts val="0"/>
              </a:spcAft>
              <a:buClr>
                <a:schemeClr val="accent1"/>
              </a:buClr>
              <a:buSzPts val="960"/>
              <a:buFont typeface="Noto Sans Symbols"/>
              <a:buChar char="►"/>
              <a:defRPr sz="1200" b="0" i="0" u="none" strike="noStrike" cap="none">
                <a:solidFill>
                  <a:srgbClr val="3F3F3F"/>
                </a:solidFill>
                <a:latin typeface="Trebuchet MS"/>
                <a:ea typeface="Trebuchet MS"/>
                <a:cs typeface="Trebuchet MS"/>
                <a:sym typeface="Trebuchet MS"/>
              </a:defRPr>
            </a:lvl6pPr>
            <a:lvl7pPr marL="3200400" marR="0" lvl="6" indent="-289560" algn="l" rtl="0">
              <a:spcBef>
                <a:spcPts val="1000"/>
              </a:spcBef>
              <a:spcAft>
                <a:spcPts val="0"/>
              </a:spcAft>
              <a:buClr>
                <a:schemeClr val="accent1"/>
              </a:buClr>
              <a:buSzPts val="960"/>
              <a:buFont typeface="Noto Sans Symbols"/>
              <a:buChar char="►"/>
              <a:defRPr sz="1200" b="0" i="0" u="none" strike="noStrike" cap="none">
                <a:solidFill>
                  <a:srgbClr val="3F3F3F"/>
                </a:solidFill>
                <a:latin typeface="Trebuchet MS"/>
                <a:ea typeface="Trebuchet MS"/>
                <a:cs typeface="Trebuchet MS"/>
                <a:sym typeface="Trebuchet MS"/>
              </a:defRPr>
            </a:lvl7pPr>
            <a:lvl8pPr marL="3657600" marR="0" lvl="7" indent="-289559" algn="l" rtl="0">
              <a:spcBef>
                <a:spcPts val="1000"/>
              </a:spcBef>
              <a:spcAft>
                <a:spcPts val="0"/>
              </a:spcAft>
              <a:buClr>
                <a:schemeClr val="accent1"/>
              </a:buClr>
              <a:buSzPts val="960"/>
              <a:buFont typeface="Noto Sans Symbols"/>
              <a:buChar char="►"/>
              <a:defRPr sz="1200" b="0" i="0" u="none" strike="noStrike" cap="none">
                <a:solidFill>
                  <a:srgbClr val="3F3F3F"/>
                </a:solidFill>
                <a:latin typeface="Trebuchet MS"/>
                <a:ea typeface="Trebuchet MS"/>
                <a:cs typeface="Trebuchet MS"/>
                <a:sym typeface="Trebuchet MS"/>
              </a:defRPr>
            </a:lvl8pPr>
            <a:lvl9pPr marL="4114800" marR="0" lvl="8" indent="-289559" algn="l" rtl="0">
              <a:spcBef>
                <a:spcPts val="1000"/>
              </a:spcBef>
              <a:spcAft>
                <a:spcPts val="0"/>
              </a:spcAft>
              <a:buClr>
                <a:schemeClr val="accent1"/>
              </a:buClr>
              <a:buSzPts val="960"/>
              <a:buFont typeface="Noto Sans Symbols"/>
              <a:buChar char="►"/>
              <a:defRPr sz="1200" b="0" i="0" u="none" strike="noStrike" cap="none">
                <a:solidFill>
                  <a:srgbClr val="3F3F3F"/>
                </a:solidFill>
                <a:latin typeface="Trebuchet MS"/>
                <a:ea typeface="Trebuchet MS"/>
                <a:cs typeface="Trebuchet MS"/>
                <a:sym typeface="Trebuchet MS"/>
              </a:defRPr>
            </a:lvl9pPr>
          </a:lstStyle>
          <a:p>
            <a:endParaRPr/>
          </a:p>
        </p:txBody>
      </p:sp>
      <p:sp>
        <p:nvSpPr>
          <p:cNvPr id="19" name="Google Shape;19;p1"/>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marR="0" lvl="0" algn="r" rtl="0">
              <a:spcBef>
                <a:spcPts val="0"/>
              </a:spcBef>
              <a:spcAft>
                <a:spcPts val="0"/>
              </a:spcAft>
              <a:buSzPts val="14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2pPr>
            <a:lvl3pPr marR="0" lvl="2"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3pPr>
            <a:lvl4pPr marR="0" lvl="3"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4pPr>
            <a:lvl5pPr marR="0" lvl="4"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5pPr>
            <a:lvl6pPr marR="0" lvl="5"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6pPr>
            <a:lvl7pPr marR="0" lvl="6"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7pPr>
            <a:lvl8pPr marR="0" lvl="7"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8pPr>
            <a:lvl9pPr marR="0" lvl="8"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9pPr>
          </a:lstStyle>
          <a:p>
            <a:endParaRPr/>
          </a:p>
        </p:txBody>
      </p:sp>
      <p:sp>
        <p:nvSpPr>
          <p:cNvPr id="20" name="Google Shape;20;p1"/>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2pPr>
            <a:lvl3pPr marR="0" lvl="2"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3pPr>
            <a:lvl4pPr marR="0" lvl="3"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4pPr>
            <a:lvl5pPr marR="0" lvl="4"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5pPr>
            <a:lvl6pPr marR="0" lvl="5"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6pPr>
            <a:lvl7pPr marR="0" lvl="6"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7pPr>
            <a:lvl8pPr marR="0" lvl="7"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8pPr>
            <a:lvl9pPr marR="0" lvl="8"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9pPr>
          </a:lstStyle>
          <a:p>
            <a:endParaRPr/>
          </a:p>
        </p:txBody>
      </p:sp>
      <p:sp>
        <p:nvSpPr>
          <p:cNvPr id="21" name="Google Shape;21;p1"/>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chemeClr val="accent1"/>
                </a:solidFill>
                <a:latin typeface="Arial"/>
                <a:ea typeface="Arial"/>
                <a:cs typeface="Arial"/>
                <a:sym typeface="Arial"/>
              </a:defRPr>
            </a:lvl1pPr>
            <a:lvl2pPr marL="0" marR="0" lvl="1" indent="0" algn="r" rtl="0">
              <a:spcBef>
                <a:spcPts val="0"/>
              </a:spcBef>
              <a:buNone/>
              <a:defRPr sz="900" b="0" i="0" u="none" strike="noStrike" cap="none">
                <a:solidFill>
                  <a:schemeClr val="accent1"/>
                </a:solidFill>
                <a:latin typeface="Arial"/>
                <a:ea typeface="Arial"/>
                <a:cs typeface="Arial"/>
                <a:sym typeface="Arial"/>
              </a:defRPr>
            </a:lvl2pPr>
            <a:lvl3pPr marL="0" marR="0" lvl="2" indent="0" algn="r" rtl="0">
              <a:spcBef>
                <a:spcPts val="0"/>
              </a:spcBef>
              <a:buNone/>
              <a:defRPr sz="900" b="0" i="0" u="none" strike="noStrike" cap="none">
                <a:solidFill>
                  <a:schemeClr val="accent1"/>
                </a:solidFill>
                <a:latin typeface="Arial"/>
                <a:ea typeface="Arial"/>
                <a:cs typeface="Arial"/>
                <a:sym typeface="Arial"/>
              </a:defRPr>
            </a:lvl3pPr>
            <a:lvl4pPr marL="0" marR="0" lvl="3" indent="0" algn="r" rtl="0">
              <a:spcBef>
                <a:spcPts val="0"/>
              </a:spcBef>
              <a:buNone/>
              <a:defRPr sz="900" b="0" i="0" u="none" strike="noStrike" cap="none">
                <a:solidFill>
                  <a:schemeClr val="accent1"/>
                </a:solidFill>
                <a:latin typeface="Arial"/>
                <a:ea typeface="Arial"/>
                <a:cs typeface="Arial"/>
                <a:sym typeface="Arial"/>
              </a:defRPr>
            </a:lvl4pPr>
            <a:lvl5pPr marL="0" marR="0" lvl="4" indent="0" algn="r" rtl="0">
              <a:spcBef>
                <a:spcPts val="0"/>
              </a:spcBef>
              <a:buNone/>
              <a:defRPr sz="900" b="0" i="0" u="none" strike="noStrike" cap="none">
                <a:solidFill>
                  <a:schemeClr val="accent1"/>
                </a:solidFill>
                <a:latin typeface="Arial"/>
                <a:ea typeface="Arial"/>
                <a:cs typeface="Arial"/>
                <a:sym typeface="Arial"/>
              </a:defRPr>
            </a:lvl5pPr>
            <a:lvl6pPr marL="0" marR="0" lvl="5" indent="0" algn="r" rtl="0">
              <a:spcBef>
                <a:spcPts val="0"/>
              </a:spcBef>
              <a:buNone/>
              <a:defRPr sz="900" b="0" i="0" u="none" strike="noStrike" cap="none">
                <a:solidFill>
                  <a:schemeClr val="accent1"/>
                </a:solidFill>
                <a:latin typeface="Arial"/>
                <a:ea typeface="Arial"/>
                <a:cs typeface="Arial"/>
                <a:sym typeface="Arial"/>
              </a:defRPr>
            </a:lvl6pPr>
            <a:lvl7pPr marL="0" marR="0" lvl="6" indent="0" algn="r" rtl="0">
              <a:spcBef>
                <a:spcPts val="0"/>
              </a:spcBef>
              <a:buNone/>
              <a:defRPr sz="900" b="0" i="0" u="none" strike="noStrike" cap="none">
                <a:solidFill>
                  <a:schemeClr val="accent1"/>
                </a:solidFill>
                <a:latin typeface="Arial"/>
                <a:ea typeface="Arial"/>
                <a:cs typeface="Arial"/>
                <a:sym typeface="Arial"/>
              </a:defRPr>
            </a:lvl7pPr>
            <a:lvl8pPr marL="0" marR="0" lvl="7" indent="0" algn="r" rtl="0">
              <a:spcBef>
                <a:spcPts val="0"/>
              </a:spcBef>
              <a:buNone/>
              <a:defRPr sz="900" b="0" i="0" u="none" strike="noStrike" cap="none">
                <a:solidFill>
                  <a:schemeClr val="accent1"/>
                </a:solidFill>
                <a:latin typeface="Arial"/>
                <a:ea typeface="Arial"/>
                <a:cs typeface="Arial"/>
                <a:sym typeface="Arial"/>
              </a:defRPr>
            </a:lvl8pPr>
            <a:lvl9pPr marL="0" marR="0" lvl="8" indent="0" algn="r" rtl="0">
              <a:spcBef>
                <a:spcPts val="0"/>
              </a:spcBef>
              <a:buNone/>
              <a:defRPr sz="900" b="0" i="0" u="none" strike="noStrike" cap="none">
                <a:solidFill>
                  <a:schemeClr val="accen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vi-V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3.xml"/><Relationship Id="rId5" Type="http://schemas.openxmlformats.org/officeDocument/2006/relationships/image" Target="../media/image6.png"/><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image" Target="../media/image8.jpeg"/></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5" name="TextBox 4">
            <a:extLst>
              <a:ext uri="{FF2B5EF4-FFF2-40B4-BE49-F238E27FC236}">
                <a16:creationId xmlns:a16="http://schemas.microsoft.com/office/drawing/2014/main" id="{58F835CC-2AFB-4A17-86B3-5BB73811CC8D}"/>
              </a:ext>
            </a:extLst>
          </p:cNvPr>
          <p:cNvSpPr txBox="1"/>
          <p:nvPr/>
        </p:nvSpPr>
        <p:spPr>
          <a:xfrm>
            <a:off x="462090" y="5343209"/>
            <a:ext cx="8763938" cy="584775"/>
          </a:xfrm>
          <a:prstGeom prst="rect">
            <a:avLst/>
          </a:prstGeom>
          <a:noFill/>
        </p:spPr>
        <p:txBody>
          <a:bodyPr wrap="none" rtlCol="0">
            <a:spAutoFit/>
          </a:bodyPr>
          <a:lstStyle/>
          <a:p>
            <a:r>
              <a:rPr lang="en-US" sz="3200" dirty="0" err="1">
                <a:solidFill>
                  <a:schemeClr val="tx1"/>
                </a:solidFill>
                <a:latin typeface="+mj-lt"/>
                <a:cs typeface="Times New Roman" panose="02020603050405020304" pitchFamily="18" charset="0"/>
              </a:rPr>
              <a:t>Giảng</a:t>
            </a:r>
            <a:r>
              <a:rPr lang="en-US" sz="3200" dirty="0">
                <a:solidFill>
                  <a:schemeClr val="tx1"/>
                </a:solidFill>
                <a:latin typeface="+mj-lt"/>
                <a:cs typeface="Times New Roman" panose="02020603050405020304" pitchFamily="18" charset="0"/>
              </a:rPr>
              <a:t> </a:t>
            </a:r>
            <a:r>
              <a:rPr lang="en-US" sz="3200" dirty="0" err="1">
                <a:solidFill>
                  <a:schemeClr val="tx1"/>
                </a:solidFill>
                <a:latin typeface="+mj-lt"/>
                <a:cs typeface="Times New Roman" panose="02020603050405020304" pitchFamily="18" charset="0"/>
              </a:rPr>
              <a:t>viên</a:t>
            </a:r>
            <a:r>
              <a:rPr lang="en-US" sz="3200" dirty="0">
                <a:solidFill>
                  <a:schemeClr val="tx1"/>
                </a:solidFill>
                <a:latin typeface="+mj-lt"/>
                <a:cs typeface="Times New Roman" panose="02020603050405020304" pitchFamily="18" charset="0"/>
              </a:rPr>
              <a:t> </a:t>
            </a:r>
            <a:r>
              <a:rPr lang="en-US" sz="3200" dirty="0" err="1">
                <a:solidFill>
                  <a:schemeClr val="tx1"/>
                </a:solidFill>
                <a:latin typeface="+mj-lt"/>
                <a:cs typeface="Times New Roman" panose="02020603050405020304" pitchFamily="18" charset="0"/>
              </a:rPr>
              <a:t>hướng</a:t>
            </a:r>
            <a:r>
              <a:rPr lang="en-US" sz="3200" dirty="0">
                <a:solidFill>
                  <a:schemeClr val="tx1"/>
                </a:solidFill>
                <a:latin typeface="+mj-lt"/>
                <a:cs typeface="Times New Roman" panose="02020603050405020304" pitchFamily="18" charset="0"/>
              </a:rPr>
              <a:t> </a:t>
            </a:r>
            <a:r>
              <a:rPr lang="en-US" sz="3200" dirty="0" err="1">
                <a:solidFill>
                  <a:schemeClr val="tx1"/>
                </a:solidFill>
                <a:latin typeface="+mj-lt"/>
                <a:cs typeface="Times New Roman" panose="02020603050405020304" pitchFamily="18" charset="0"/>
              </a:rPr>
              <a:t>dẫn</a:t>
            </a:r>
            <a:r>
              <a:rPr lang="en-US" sz="3200" dirty="0">
                <a:solidFill>
                  <a:schemeClr val="tx1"/>
                </a:solidFill>
                <a:latin typeface="+mj-lt"/>
                <a:cs typeface="Times New Roman" panose="02020603050405020304" pitchFamily="18" charset="0"/>
              </a:rPr>
              <a:t>: </a:t>
            </a:r>
            <a:r>
              <a:rPr lang="en-US" sz="3200" dirty="0" err="1">
                <a:solidFill>
                  <a:schemeClr val="tx1"/>
                </a:solidFill>
                <a:latin typeface="+mj-lt"/>
                <a:cs typeface="Times New Roman" panose="02020603050405020304" pitchFamily="18" charset="0"/>
              </a:rPr>
              <a:t>Tiếu</a:t>
            </a:r>
            <a:r>
              <a:rPr lang="en-US" sz="3200" dirty="0">
                <a:solidFill>
                  <a:schemeClr val="tx1"/>
                </a:solidFill>
                <a:latin typeface="+mj-lt"/>
                <a:cs typeface="Times New Roman" panose="02020603050405020304" pitchFamily="18" charset="0"/>
              </a:rPr>
              <a:t> </a:t>
            </a:r>
            <a:r>
              <a:rPr lang="en-US" sz="3200" dirty="0" err="1">
                <a:solidFill>
                  <a:schemeClr val="tx1"/>
                </a:solidFill>
                <a:latin typeface="+mj-lt"/>
                <a:cs typeface="Times New Roman" panose="02020603050405020304" pitchFamily="18" charset="0"/>
              </a:rPr>
              <a:t>Phùng</a:t>
            </a:r>
            <a:r>
              <a:rPr lang="en-US" sz="3200" dirty="0">
                <a:solidFill>
                  <a:schemeClr val="tx1"/>
                </a:solidFill>
                <a:latin typeface="+mj-lt"/>
                <a:cs typeface="Times New Roman" panose="02020603050405020304" pitchFamily="18" charset="0"/>
              </a:rPr>
              <a:t> Mai </a:t>
            </a:r>
            <a:r>
              <a:rPr lang="en-US" sz="3200" dirty="0" err="1">
                <a:solidFill>
                  <a:schemeClr val="tx1"/>
                </a:solidFill>
                <a:latin typeface="+mj-lt"/>
                <a:cs typeface="Times New Roman" panose="02020603050405020304" pitchFamily="18" charset="0"/>
              </a:rPr>
              <a:t>Sương</a:t>
            </a:r>
            <a:endParaRPr lang="en-US" sz="3200" dirty="0">
              <a:latin typeface="+mj-lt"/>
            </a:endParaRPr>
          </a:p>
        </p:txBody>
      </p:sp>
      <p:grpSp>
        <p:nvGrpSpPr>
          <p:cNvPr id="9" name="Group 8">
            <a:extLst>
              <a:ext uri="{FF2B5EF4-FFF2-40B4-BE49-F238E27FC236}">
                <a16:creationId xmlns:a16="http://schemas.microsoft.com/office/drawing/2014/main" id="{6D841152-7092-D6B0-FD1D-66042FB85DF2}"/>
              </a:ext>
            </a:extLst>
          </p:cNvPr>
          <p:cNvGrpSpPr/>
          <p:nvPr/>
        </p:nvGrpSpPr>
        <p:grpSpPr>
          <a:xfrm>
            <a:off x="1457506" y="213817"/>
            <a:ext cx="4817634" cy="1118782"/>
            <a:chOff x="7287775" y="294493"/>
            <a:chExt cx="4817634" cy="1118782"/>
          </a:xfrm>
        </p:grpSpPr>
        <p:sp>
          <p:nvSpPr>
            <p:cNvPr id="10" name="TextBox 9">
              <a:extLst>
                <a:ext uri="{FF2B5EF4-FFF2-40B4-BE49-F238E27FC236}">
                  <a16:creationId xmlns:a16="http://schemas.microsoft.com/office/drawing/2014/main" id="{2936997E-DE41-2092-0F41-EF1F2333B5F6}"/>
                </a:ext>
              </a:extLst>
            </p:cNvPr>
            <p:cNvSpPr txBox="1"/>
            <p:nvPr/>
          </p:nvSpPr>
          <p:spPr>
            <a:xfrm>
              <a:off x="7287775" y="1043943"/>
              <a:ext cx="4145280" cy="369332"/>
            </a:xfrm>
            <a:prstGeom prst="rect">
              <a:avLst/>
            </a:prstGeom>
            <a:noFill/>
          </p:spPr>
          <p:txBody>
            <a:bodyPr wrap="square" rtlCol="0">
              <a:spAutoFit/>
            </a:bodyPr>
            <a:lstStyle/>
            <a:p>
              <a:r>
                <a:rPr lang="en-US" dirty="0">
                  <a:ln w="0"/>
                  <a:effectLst>
                    <a:outerShdw blurRad="38100" dist="19050" dir="2700000" algn="tl" rotWithShape="0">
                      <a:schemeClr val="dk1">
                        <a:alpha val="40000"/>
                      </a:schemeClr>
                    </a:outerShdw>
                  </a:effectLst>
                  <a:latin typeface="Segoe UI Semibold" panose="020B0702040204020203" pitchFamily="34" charset="0"/>
                  <a:cs typeface="Segoe UI Semibold" panose="020B0702040204020203" pitchFamily="34" charset="0"/>
                </a:rPr>
                <a:t>Khoa </a:t>
              </a:r>
              <a:r>
                <a:rPr lang="en-US" dirty="0" err="1">
                  <a:ln w="0"/>
                  <a:effectLst>
                    <a:outerShdw blurRad="38100" dist="19050" dir="2700000" algn="tl" rotWithShape="0">
                      <a:schemeClr val="dk1">
                        <a:alpha val="40000"/>
                      </a:schemeClr>
                    </a:outerShdw>
                  </a:effectLst>
                  <a:latin typeface="Segoe UI Semibold" panose="020B0702040204020203" pitchFamily="34" charset="0"/>
                  <a:cs typeface="Segoe UI Semibold" panose="020B0702040204020203" pitchFamily="34" charset="0"/>
                </a:rPr>
                <a:t>Công</a:t>
              </a:r>
              <a:r>
                <a:rPr lang="en-US" dirty="0">
                  <a:ln w="0"/>
                  <a:effectLst>
                    <a:outerShdw blurRad="38100" dist="19050" dir="2700000" algn="tl" rotWithShape="0">
                      <a:schemeClr val="dk1">
                        <a:alpha val="40000"/>
                      </a:schemeClr>
                    </a:outerShdw>
                  </a:effectLst>
                  <a:latin typeface="Segoe UI Semibold" panose="020B0702040204020203" pitchFamily="34" charset="0"/>
                  <a:cs typeface="Segoe UI Semibold" panose="020B0702040204020203" pitchFamily="34" charset="0"/>
                </a:rPr>
                <a:t> </a:t>
              </a:r>
              <a:r>
                <a:rPr lang="en-US" dirty="0" err="1">
                  <a:ln w="0"/>
                  <a:effectLst>
                    <a:outerShdw blurRad="38100" dist="19050" dir="2700000" algn="tl" rotWithShape="0">
                      <a:schemeClr val="dk1">
                        <a:alpha val="40000"/>
                      </a:schemeClr>
                    </a:outerShdw>
                  </a:effectLst>
                  <a:latin typeface="Segoe UI Semibold" panose="020B0702040204020203" pitchFamily="34" charset="0"/>
                  <a:cs typeface="Segoe UI Semibold" panose="020B0702040204020203" pitchFamily="34" charset="0"/>
                </a:rPr>
                <a:t>nghệ</a:t>
              </a:r>
              <a:r>
                <a:rPr lang="en-US" dirty="0">
                  <a:ln w="0"/>
                  <a:effectLst>
                    <a:outerShdw blurRad="38100" dist="19050" dir="2700000" algn="tl" rotWithShape="0">
                      <a:schemeClr val="dk1">
                        <a:alpha val="40000"/>
                      </a:schemeClr>
                    </a:outerShdw>
                  </a:effectLst>
                  <a:latin typeface="Segoe UI Semibold" panose="020B0702040204020203" pitchFamily="34" charset="0"/>
                  <a:cs typeface="Segoe UI Semibold" panose="020B0702040204020203" pitchFamily="34" charset="0"/>
                </a:rPr>
                <a:t> </a:t>
              </a:r>
              <a:r>
                <a:rPr lang="en-US" dirty="0" err="1">
                  <a:ln w="0"/>
                  <a:effectLst>
                    <a:outerShdw blurRad="38100" dist="19050" dir="2700000" algn="tl" rotWithShape="0">
                      <a:schemeClr val="dk1">
                        <a:alpha val="40000"/>
                      </a:schemeClr>
                    </a:outerShdw>
                  </a:effectLst>
                  <a:latin typeface="Segoe UI Semibold" panose="020B0702040204020203" pitchFamily="34" charset="0"/>
                  <a:cs typeface="Segoe UI Semibold" panose="020B0702040204020203" pitchFamily="34" charset="0"/>
                </a:rPr>
                <a:t>thông</a:t>
              </a:r>
              <a:r>
                <a:rPr lang="en-US" dirty="0">
                  <a:ln w="0"/>
                  <a:effectLst>
                    <a:outerShdw blurRad="38100" dist="19050" dir="2700000" algn="tl" rotWithShape="0">
                      <a:schemeClr val="dk1">
                        <a:alpha val="40000"/>
                      </a:schemeClr>
                    </a:outerShdw>
                  </a:effectLst>
                  <a:latin typeface="Segoe UI Semibold" panose="020B0702040204020203" pitchFamily="34" charset="0"/>
                  <a:cs typeface="Segoe UI Semibold" panose="020B0702040204020203" pitchFamily="34" charset="0"/>
                </a:rPr>
                <a:t> tin</a:t>
              </a:r>
            </a:p>
          </p:txBody>
        </p:sp>
        <p:sp>
          <p:nvSpPr>
            <p:cNvPr id="11" name="TextBox 10">
              <a:extLst>
                <a:ext uri="{FF2B5EF4-FFF2-40B4-BE49-F238E27FC236}">
                  <a16:creationId xmlns:a16="http://schemas.microsoft.com/office/drawing/2014/main" id="{2B7E3D99-1260-D925-7D39-408B16EB1CE8}"/>
                </a:ext>
              </a:extLst>
            </p:cNvPr>
            <p:cNvSpPr txBox="1"/>
            <p:nvPr/>
          </p:nvSpPr>
          <p:spPr>
            <a:xfrm>
              <a:off x="7287775" y="294493"/>
              <a:ext cx="4817634" cy="707886"/>
            </a:xfrm>
            <a:prstGeom prst="rect">
              <a:avLst/>
            </a:prstGeom>
            <a:noFill/>
          </p:spPr>
          <p:txBody>
            <a:bodyPr wrap="square" rtlCol="0">
              <a:spAutoFit/>
            </a:bodyPr>
            <a:lstStyle/>
            <a:p>
              <a:r>
                <a:rPr lang="en-US" sz="2000" dirty="0">
                  <a:solidFill>
                    <a:schemeClr val="bg2">
                      <a:lumMod val="10000"/>
                    </a:schemeClr>
                  </a:solidFill>
                  <a:latin typeface="Segoe UI Semibold" panose="020B0702040204020203" pitchFamily="34" charset="0"/>
                  <a:cs typeface="Segoe UI Semibold" panose="020B0702040204020203" pitchFamily="34" charset="0"/>
                </a:rPr>
                <a:t>Tr</a:t>
              </a:r>
              <a:r>
                <a:rPr lang="vi-VN" sz="2000" dirty="0">
                  <a:solidFill>
                    <a:schemeClr val="bg2">
                      <a:lumMod val="10000"/>
                    </a:schemeClr>
                  </a:solidFill>
                  <a:latin typeface="Segoe UI Semibold" panose="020B0702040204020203" pitchFamily="34" charset="0"/>
                  <a:cs typeface="Segoe UI Semibold" panose="020B0702040204020203" pitchFamily="34" charset="0"/>
                </a:rPr>
                <a:t>ư</a:t>
              </a:r>
              <a:r>
                <a:rPr lang="en-US" sz="2000" dirty="0" err="1">
                  <a:solidFill>
                    <a:schemeClr val="bg2">
                      <a:lumMod val="10000"/>
                    </a:schemeClr>
                  </a:solidFill>
                  <a:latin typeface="Segoe UI Semibold" panose="020B0702040204020203" pitchFamily="34" charset="0"/>
                  <a:cs typeface="Segoe UI Semibold" panose="020B0702040204020203" pitchFamily="34" charset="0"/>
                </a:rPr>
                <a:t>ờng</a:t>
              </a:r>
              <a:r>
                <a:rPr lang="en-US" sz="2000" dirty="0">
                  <a:solidFill>
                    <a:schemeClr val="bg2">
                      <a:lumMod val="10000"/>
                    </a:schemeClr>
                  </a:solidFill>
                  <a:latin typeface="Segoe UI Semibold" panose="020B0702040204020203" pitchFamily="34" charset="0"/>
                  <a:cs typeface="Segoe UI Semibold" panose="020B0702040204020203" pitchFamily="34" charset="0"/>
                </a:rPr>
                <a:t> </a:t>
              </a:r>
              <a:r>
                <a:rPr lang="en-US" sz="2000" dirty="0" err="1">
                  <a:solidFill>
                    <a:schemeClr val="bg2">
                      <a:lumMod val="10000"/>
                    </a:schemeClr>
                  </a:solidFill>
                  <a:latin typeface="Segoe UI Semibold" panose="020B0702040204020203" pitchFamily="34" charset="0"/>
                  <a:cs typeface="Segoe UI Semibold" panose="020B0702040204020203" pitchFamily="34" charset="0"/>
                </a:rPr>
                <a:t>Đại</a:t>
              </a:r>
              <a:r>
                <a:rPr lang="en-US" sz="2000" dirty="0">
                  <a:solidFill>
                    <a:schemeClr val="bg2">
                      <a:lumMod val="10000"/>
                    </a:schemeClr>
                  </a:solidFill>
                  <a:latin typeface="Segoe UI Semibold" panose="020B0702040204020203" pitchFamily="34" charset="0"/>
                  <a:cs typeface="Segoe UI Semibold" panose="020B0702040204020203" pitchFamily="34" charset="0"/>
                </a:rPr>
                <a:t> </a:t>
              </a:r>
              <a:r>
                <a:rPr lang="en-US" sz="2000" dirty="0" err="1">
                  <a:solidFill>
                    <a:schemeClr val="bg2">
                      <a:lumMod val="10000"/>
                    </a:schemeClr>
                  </a:solidFill>
                  <a:latin typeface="Segoe UI Semibold" panose="020B0702040204020203" pitchFamily="34" charset="0"/>
                  <a:cs typeface="Segoe UI Semibold" panose="020B0702040204020203" pitchFamily="34" charset="0"/>
                </a:rPr>
                <a:t>học</a:t>
              </a:r>
              <a:endParaRPr lang="en-US" sz="2000" dirty="0">
                <a:solidFill>
                  <a:schemeClr val="bg2">
                    <a:lumMod val="10000"/>
                  </a:schemeClr>
                </a:solidFill>
                <a:latin typeface="Segoe UI Semibold" panose="020B0702040204020203" pitchFamily="34" charset="0"/>
                <a:cs typeface="Segoe UI Semibold" panose="020B0702040204020203" pitchFamily="34" charset="0"/>
              </a:endParaRPr>
            </a:p>
            <a:p>
              <a:r>
                <a:rPr lang="en-US" sz="2000">
                  <a:solidFill>
                    <a:schemeClr val="bg2">
                      <a:lumMod val="10000"/>
                    </a:schemeClr>
                  </a:solidFill>
                  <a:latin typeface="Segoe UI Semibold" panose="020B0702040204020203" pitchFamily="34" charset="0"/>
                  <a:cs typeface="Segoe UI Semibold" panose="020B0702040204020203" pitchFamily="34" charset="0"/>
                </a:rPr>
                <a:t>Ngoại Ngữ - Tin Học TP </a:t>
              </a:r>
              <a:r>
                <a:rPr lang="en-US" sz="2000" dirty="0" err="1">
                  <a:solidFill>
                    <a:schemeClr val="bg2">
                      <a:lumMod val="10000"/>
                    </a:schemeClr>
                  </a:solidFill>
                  <a:latin typeface="Segoe UI Semibold" panose="020B0702040204020203" pitchFamily="34" charset="0"/>
                  <a:cs typeface="Segoe UI Semibold" panose="020B0702040204020203" pitchFamily="34" charset="0"/>
                </a:rPr>
                <a:t>Hồ</a:t>
              </a:r>
              <a:r>
                <a:rPr lang="en-US" sz="2000" dirty="0">
                  <a:solidFill>
                    <a:schemeClr val="bg2">
                      <a:lumMod val="10000"/>
                    </a:schemeClr>
                  </a:solidFill>
                  <a:latin typeface="Segoe UI Semibold" panose="020B0702040204020203" pitchFamily="34" charset="0"/>
                  <a:cs typeface="Segoe UI Semibold" panose="020B0702040204020203" pitchFamily="34" charset="0"/>
                </a:rPr>
                <a:t> </a:t>
              </a:r>
              <a:r>
                <a:rPr lang="en-US" sz="2000" dirty="0" err="1">
                  <a:solidFill>
                    <a:schemeClr val="bg2">
                      <a:lumMod val="10000"/>
                    </a:schemeClr>
                  </a:solidFill>
                  <a:latin typeface="Segoe UI Semibold" panose="020B0702040204020203" pitchFamily="34" charset="0"/>
                  <a:cs typeface="Segoe UI Semibold" panose="020B0702040204020203" pitchFamily="34" charset="0"/>
                </a:rPr>
                <a:t>Chí</a:t>
              </a:r>
              <a:r>
                <a:rPr lang="en-US" sz="2000" dirty="0">
                  <a:solidFill>
                    <a:schemeClr val="bg2">
                      <a:lumMod val="10000"/>
                    </a:schemeClr>
                  </a:solidFill>
                  <a:latin typeface="Segoe UI Semibold" panose="020B0702040204020203" pitchFamily="34" charset="0"/>
                  <a:cs typeface="Segoe UI Semibold" panose="020B0702040204020203" pitchFamily="34" charset="0"/>
                </a:rPr>
                <a:t> Minh</a:t>
              </a:r>
            </a:p>
          </p:txBody>
        </p:sp>
        <p:sp>
          <p:nvSpPr>
            <p:cNvPr id="12" name="Rectangle 11">
              <a:extLst>
                <a:ext uri="{FF2B5EF4-FFF2-40B4-BE49-F238E27FC236}">
                  <a16:creationId xmlns:a16="http://schemas.microsoft.com/office/drawing/2014/main" id="{98FCECA7-8398-8FB5-21B9-279EE512312E}"/>
                </a:ext>
              </a:extLst>
            </p:cNvPr>
            <p:cNvSpPr/>
            <p:nvPr/>
          </p:nvSpPr>
          <p:spPr>
            <a:xfrm>
              <a:off x="7385627" y="1010692"/>
              <a:ext cx="3515360" cy="27432"/>
            </a:xfrm>
            <a:prstGeom prst="rect">
              <a:avLst/>
            </a:prstGeom>
            <a:solidFill>
              <a:schemeClr val="bg1"/>
            </a:solidFill>
            <a:ln>
              <a:solidFill>
                <a:srgbClr val="1CCF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TextBox 13">
            <a:extLst>
              <a:ext uri="{FF2B5EF4-FFF2-40B4-BE49-F238E27FC236}">
                <a16:creationId xmlns:a16="http://schemas.microsoft.com/office/drawing/2014/main" id="{6CAF8E1B-F386-E776-BED1-08A6B39BA4D3}"/>
              </a:ext>
            </a:extLst>
          </p:cNvPr>
          <p:cNvSpPr txBox="1"/>
          <p:nvPr/>
        </p:nvSpPr>
        <p:spPr>
          <a:xfrm>
            <a:off x="149530" y="3686203"/>
            <a:ext cx="8681432" cy="769441"/>
          </a:xfrm>
          <a:prstGeom prst="rect">
            <a:avLst/>
          </a:prstGeom>
          <a:noFill/>
        </p:spPr>
        <p:txBody>
          <a:bodyPr wrap="square" rtlCol="0">
            <a:spAutoFit/>
          </a:bodyPr>
          <a:lstStyle/>
          <a:p>
            <a:pPr algn="ctr"/>
            <a:r>
              <a:rPr lang="en-US" sz="4400">
                <a:ln w="19050">
                  <a:noFill/>
                </a:ln>
                <a:solidFill>
                  <a:schemeClr val="accent1"/>
                </a:solidFill>
                <a:latin typeface="Segoe UI Black" panose="020B0A02040204020203" pitchFamily="34" charset="0"/>
                <a:ea typeface="Segoe UI Black" panose="020B0A02040204020203" pitchFamily="34" charset="0"/>
                <a:cs typeface="Segoe UI Semibold" panose="020B0702040204020203" pitchFamily="34" charset="0"/>
              </a:rPr>
              <a:t>TÌM HIỂU CÔNG CỤ REDMINE</a:t>
            </a:r>
            <a:endParaRPr lang="en-US" sz="4400" dirty="0">
              <a:ln w="19050">
                <a:noFill/>
              </a:ln>
              <a:solidFill>
                <a:schemeClr val="accent1"/>
              </a:solidFill>
              <a:latin typeface="Segoe UI Black" panose="020B0A02040204020203" pitchFamily="34" charset="0"/>
              <a:ea typeface="Segoe UI Black" panose="020B0A02040204020203" pitchFamily="34" charset="0"/>
              <a:cs typeface="Segoe UI Semibold" panose="020B0702040204020203" pitchFamily="34" charset="0"/>
            </a:endParaRPr>
          </a:p>
        </p:txBody>
      </p:sp>
      <p:sp>
        <p:nvSpPr>
          <p:cNvPr id="15" name="TextBox 14">
            <a:extLst>
              <a:ext uri="{FF2B5EF4-FFF2-40B4-BE49-F238E27FC236}">
                <a16:creationId xmlns:a16="http://schemas.microsoft.com/office/drawing/2014/main" id="{C4E7C863-4659-1D37-3788-0775BBA1F0AB}"/>
              </a:ext>
            </a:extLst>
          </p:cNvPr>
          <p:cNvSpPr txBox="1"/>
          <p:nvPr/>
        </p:nvSpPr>
        <p:spPr>
          <a:xfrm>
            <a:off x="255109" y="2376560"/>
            <a:ext cx="6526237" cy="1077218"/>
          </a:xfrm>
          <a:prstGeom prst="rect">
            <a:avLst/>
          </a:prstGeom>
          <a:noFill/>
        </p:spPr>
        <p:txBody>
          <a:bodyPr wrap="square" rtlCol="0">
            <a:spAutoFit/>
          </a:bodyPr>
          <a:lstStyle/>
          <a:p>
            <a:pPr algn="ctr"/>
            <a:r>
              <a:rPr lang="en-US" sz="3200" b="1" dirty="0">
                <a:ln w="0"/>
                <a:effectLst>
                  <a:outerShdw blurRad="38100" dist="19050" dir="2700000" algn="tl" rotWithShape="0">
                    <a:schemeClr val="dk1">
                      <a:alpha val="40000"/>
                    </a:schemeClr>
                  </a:outerShdw>
                </a:effectLst>
                <a:latin typeface="Segoe UI Semibold" panose="020B0702040204020203" pitchFamily="34" charset="0"/>
                <a:cs typeface="Segoe UI Semibold" panose="020B0702040204020203" pitchFamily="34" charset="0"/>
              </a:rPr>
              <a:t>BÁO CÁO</a:t>
            </a:r>
            <a:br>
              <a:rPr lang="en-US" sz="3200" b="1" dirty="0">
                <a:ln w="0"/>
                <a:effectLst>
                  <a:outerShdw blurRad="38100" dist="19050" dir="2700000" algn="tl" rotWithShape="0">
                    <a:schemeClr val="dk1">
                      <a:alpha val="40000"/>
                    </a:schemeClr>
                  </a:outerShdw>
                </a:effectLst>
                <a:latin typeface="Segoe UI Semibold" panose="020B0702040204020203" pitchFamily="34" charset="0"/>
                <a:cs typeface="Segoe UI Semibold" panose="020B0702040204020203" pitchFamily="34" charset="0"/>
              </a:rPr>
            </a:br>
            <a:r>
              <a:rPr lang="en-US" sz="3200" b="1" dirty="0">
                <a:ln w="0"/>
                <a:effectLst>
                  <a:outerShdw blurRad="38100" dist="19050" dir="2700000" algn="tl" rotWithShape="0">
                    <a:schemeClr val="dk1">
                      <a:alpha val="40000"/>
                    </a:schemeClr>
                  </a:outerShdw>
                </a:effectLst>
                <a:latin typeface="Segoe UI Semibold" panose="020B0702040204020203" pitchFamily="34" charset="0"/>
                <a:cs typeface="Segoe UI Semibold" panose="020B0702040204020203" pitchFamily="34" charset="0"/>
              </a:rPr>
              <a:t>KIỂM THỬ PHẦN MỀM</a:t>
            </a:r>
            <a:endParaRPr lang="vi-VN" sz="3200" b="1" dirty="0">
              <a:ln w="0"/>
              <a:effectLst>
                <a:outerShdw blurRad="38100" dist="19050" dir="2700000" algn="tl" rotWithShape="0">
                  <a:schemeClr val="dk1">
                    <a:alpha val="40000"/>
                  </a:schemeClr>
                </a:outerShdw>
              </a:effectLst>
              <a:latin typeface="Segoe UI Semibold" panose="020B0702040204020203" pitchFamily="34" charset="0"/>
              <a:cs typeface="Segoe UI Semibold" panose="020B0702040204020203" pitchFamily="34" charset="0"/>
            </a:endParaRPr>
          </a:p>
        </p:txBody>
      </p:sp>
      <p:pic>
        <p:nvPicPr>
          <p:cNvPr id="16" name="Picture 15" descr="Logo, calendar&#10;&#10;Description automatically generated">
            <a:extLst>
              <a:ext uri="{FF2B5EF4-FFF2-40B4-BE49-F238E27FC236}">
                <a16:creationId xmlns:a16="http://schemas.microsoft.com/office/drawing/2014/main" id="{F17E8092-14EC-F7F9-C868-A50F3398668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1667" y="-248447"/>
            <a:ext cx="3322608" cy="2020052"/>
          </a:xfrm>
          <a:prstGeom prst="rect">
            <a:avLst/>
          </a:prstGeom>
        </p:spPr>
      </p:pic>
    </p:spTree>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3" name="Title 3">
            <a:extLst>
              <a:ext uri="{FF2B5EF4-FFF2-40B4-BE49-F238E27FC236}">
                <a16:creationId xmlns:a16="http://schemas.microsoft.com/office/drawing/2014/main" id="{4E8089FA-8B03-B830-78C8-BEDEEC81E1A2}"/>
              </a:ext>
            </a:extLst>
          </p:cNvPr>
          <p:cNvSpPr txBox="1">
            <a:spLocks/>
          </p:cNvSpPr>
          <p:nvPr/>
        </p:nvSpPr>
        <p:spPr>
          <a:xfrm>
            <a:off x="3768774" y="1169611"/>
            <a:ext cx="3916220" cy="653647"/>
          </a:xfrm>
          <a:prstGeom prst="rect">
            <a:avLst/>
          </a:prstGeom>
          <a:noFill/>
          <a:ln>
            <a:noFill/>
          </a:ln>
        </p:spPr>
        <p:txBody>
          <a:bodyPr spcFirstLastPara="1" wrap="square" lIns="91425" tIns="45700" rIns="91425" bIns="45700" anchor="b" anchorCtr="0">
            <a:normAutofit fontScale="82500" lnSpcReduction="20000"/>
          </a:bodyPr>
          <a:lstStyle>
            <a:defPPr marR="0" lvl="0" algn="l" rtl="0">
              <a:lnSpc>
                <a:spcPct val="100000"/>
              </a:lnSpc>
              <a:spcBef>
                <a:spcPts val="0"/>
              </a:spcBef>
              <a:spcAft>
                <a:spcPts val="0"/>
              </a:spcAft>
            </a:defPPr>
            <a:lvl1pPr marR="0" lvl="0" algn="r" rtl="0">
              <a:lnSpc>
                <a:spcPct val="100000"/>
              </a:lnSpc>
              <a:spcBef>
                <a:spcPts val="0"/>
              </a:spcBef>
              <a:spcAft>
                <a:spcPts val="0"/>
              </a:spcAft>
              <a:buClr>
                <a:schemeClr val="accent1"/>
              </a:buClr>
              <a:buSzPts val="5400"/>
              <a:buFont typeface="Arial"/>
              <a:buNone/>
              <a:defRPr sz="5400" b="0" i="0" u="none" strike="noStrike" cap="none">
                <a:solidFill>
                  <a:schemeClr val="accent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9pPr>
          </a:lstStyle>
          <a:p>
            <a:r>
              <a:rPr lang="en-US"/>
              <a:t>THÀNH VIÊN</a:t>
            </a:r>
          </a:p>
        </p:txBody>
      </p:sp>
      <p:graphicFrame>
        <p:nvGraphicFramePr>
          <p:cNvPr id="17" name="Diagram 16">
            <a:extLst>
              <a:ext uri="{FF2B5EF4-FFF2-40B4-BE49-F238E27FC236}">
                <a16:creationId xmlns:a16="http://schemas.microsoft.com/office/drawing/2014/main" id="{F209CF3F-20E8-4A50-9CBB-7D943FD9BB2F}"/>
              </a:ext>
            </a:extLst>
          </p:cNvPr>
          <p:cNvGraphicFramePr/>
          <p:nvPr>
            <p:extLst>
              <p:ext uri="{D42A27DB-BD31-4B8C-83A1-F6EECF244321}">
                <p14:modId xmlns:p14="http://schemas.microsoft.com/office/powerpoint/2010/main" val="1833565756"/>
              </p:ext>
            </p:extLst>
          </p:nvPr>
        </p:nvGraphicFramePr>
        <p:xfrm>
          <a:off x="3424554" y="2281891"/>
          <a:ext cx="5342891" cy="266855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896223974"/>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7">
                                            <p:graphicEl>
                                              <a:dgm id="{CBE9BBC6-7CC5-4EDE-941B-4B6F82FC91A9}"/>
                                            </p:graphicEl>
                                          </p:spTgt>
                                        </p:tgtEl>
                                        <p:attrNameLst>
                                          <p:attrName>style.visibility</p:attrName>
                                        </p:attrNameLst>
                                      </p:cBhvr>
                                      <p:to>
                                        <p:strVal val="visible"/>
                                      </p:to>
                                    </p:set>
                                    <p:anim calcmode="lin" valueType="num">
                                      <p:cBhvr additive="base">
                                        <p:cTn id="7" dur="500" fill="hold"/>
                                        <p:tgtEl>
                                          <p:spTgt spid="17">
                                            <p:graphicEl>
                                              <a:dgm id="{CBE9BBC6-7CC5-4EDE-941B-4B6F82FC91A9}"/>
                                            </p:graphic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7">
                                            <p:graphicEl>
                                              <a:dgm id="{CBE9BBC6-7CC5-4EDE-941B-4B6F82FC91A9}"/>
                                            </p:graphicEl>
                                          </p:spTgt>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17">
                                            <p:graphicEl>
                                              <a:dgm id="{18E1513D-3EA3-4E92-9C7C-DE9D3C113EE1}"/>
                                            </p:graphicEl>
                                          </p:spTgt>
                                        </p:tgtEl>
                                        <p:attrNameLst>
                                          <p:attrName>style.visibility</p:attrName>
                                        </p:attrNameLst>
                                      </p:cBhvr>
                                      <p:to>
                                        <p:strVal val="visible"/>
                                      </p:to>
                                    </p:set>
                                    <p:anim calcmode="lin" valueType="num">
                                      <p:cBhvr additive="base">
                                        <p:cTn id="11" dur="500" fill="hold"/>
                                        <p:tgtEl>
                                          <p:spTgt spid="17">
                                            <p:graphicEl>
                                              <a:dgm id="{18E1513D-3EA3-4E92-9C7C-DE9D3C113EE1}"/>
                                            </p:graphic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17">
                                            <p:graphicEl>
                                              <a:dgm id="{18E1513D-3EA3-4E92-9C7C-DE9D3C113EE1}"/>
                                            </p:graphicEl>
                                          </p:spTgt>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17">
                                            <p:graphicEl>
                                              <a:dgm id="{EB9706CA-A1C8-4686-A673-CE7BDDD73433}"/>
                                            </p:graphicEl>
                                          </p:spTgt>
                                        </p:tgtEl>
                                        <p:attrNameLst>
                                          <p:attrName>style.visibility</p:attrName>
                                        </p:attrNameLst>
                                      </p:cBhvr>
                                      <p:to>
                                        <p:strVal val="visible"/>
                                      </p:to>
                                    </p:set>
                                    <p:anim calcmode="lin" valueType="num">
                                      <p:cBhvr additive="base">
                                        <p:cTn id="17" dur="500" fill="hold"/>
                                        <p:tgtEl>
                                          <p:spTgt spid="17">
                                            <p:graphicEl>
                                              <a:dgm id="{EB9706CA-A1C8-4686-A673-CE7BDDD73433}"/>
                                            </p:graphic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17">
                                            <p:graphicEl>
                                              <a:dgm id="{EB9706CA-A1C8-4686-A673-CE7BDDD73433}"/>
                                            </p:graphicEl>
                                          </p:spTgt>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8" fill="hold" grpId="0" nodeType="clickEffect">
                                  <p:stCondLst>
                                    <p:cond delay="0"/>
                                  </p:stCondLst>
                                  <p:childTnLst>
                                    <p:set>
                                      <p:cBhvr>
                                        <p:cTn id="22" dur="1" fill="hold">
                                          <p:stCondLst>
                                            <p:cond delay="0"/>
                                          </p:stCondLst>
                                        </p:cTn>
                                        <p:tgtEl>
                                          <p:spTgt spid="17">
                                            <p:graphicEl>
                                              <a:dgm id="{09710836-32D6-4BF0-838D-6CCB92021162}"/>
                                            </p:graphicEl>
                                          </p:spTgt>
                                        </p:tgtEl>
                                        <p:attrNameLst>
                                          <p:attrName>style.visibility</p:attrName>
                                        </p:attrNameLst>
                                      </p:cBhvr>
                                      <p:to>
                                        <p:strVal val="visible"/>
                                      </p:to>
                                    </p:set>
                                    <p:anim calcmode="lin" valueType="num">
                                      <p:cBhvr additive="base">
                                        <p:cTn id="23" dur="500" fill="hold"/>
                                        <p:tgtEl>
                                          <p:spTgt spid="17">
                                            <p:graphicEl>
                                              <a:dgm id="{09710836-32D6-4BF0-838D-6CCB92021162}"/>
                                            </p:graphicEl>
                                          </p:spTgt>
                                        </p:tgtEl>
                                        <p:attrNameLst>
                                          <p:attrName>ppt_x</p:attrName>
                                        </p:attrNameLst>
                                      </p:cBhvr>
                                      <p:tavLst>
                                        <p:tav tm="0">
                                          <p:val>
                                            <p:strVal val="0-#ppt_w/2"/>
                                          </p:val>
                                        </p:tav>
                                        <p:tav tm="100000">
                                          <p:val>
                                            <p:strVal val="#ppt_x"/>
                                          </p:val>
                                        </p:tav>
                                      </p:tavLst>
                                    </p:anim>
                                    <p:anim calcmode="lin" valueType="num">
                                      <p:cBhvr additive="base">
                                        <p:cTn id="24" dur="500" fill="hold"/>
                                        <p:tgtEl>
                                          <p:spTgt spid="17">
                                            <p:graphicEl>
                                              <a:dgm id="{09710836-32D6-4BF0-838D-6CCB92021162}"/>
                                            </p:graphicEl>
                                          </p:spTgt>
                                        </p:tgtEl>
                                        <p:attrNameLst>
                                          <p:attrName>ppt_y</p:attrName>
                                        </p:attrNameLst>
                                      </p:cBhvr>
                                      <p:tavLst>
                                        <p:tav tm="0">
                                          <p:val>
                                            <p:strVal val="#ppt_y"/>
                                          </p:val>
                                        </p:tav>
                                        <p:tav tm="100000">
                                          <p:val>
                                            <p:strVal val="#ppt_y"/>
                                          </p:val>
                                        </p:tav>
                                      </p:tavLst>
                                    </p:anim>
                                  </p:childTnLst>
                                </p:cTn>
                              </p:par>
                              <p:par>
                                <p:cTn id="25" presetID="2" presetClass="entr" presetSubtype="8" fill="hold" grpId="0" nodeType="withEffect">
                                  <p:stCondLst>
                                    <p:cond delay="0"/>
                                  </p:stCondLst>
                                  <p:childTnLst>
                                    <p:set>
                                      <p:cBhvr>
                                        <p:cTn id="26" dur="1" fill="hold">
                                          <p:stCondLst>
                                            <p:cond delay="0"/>
                                          </p:stCondLst>
                                        </p:cTn>
                                        <p:tgtEl>
                                          <p:spTgt spid="17">
                                            <p:graphicEl>
                                              <a:dgm id="{93353125-8E29-4EEB-AD8E-BEB493801DC0}"/>
                                            </p:graphicEl>
                                          </p:spTgt>
                                        </p:tgtEl>
                                        <p:attrNameLst>
                                          <p:attrName>style.visibility</p:attrName>
                                        </p:attrNameLst>
                                      </p:cBhvr>
                                      <p:to>
                                        <p:strVal val="visible"/>
                                      </p:to>
                                    </p:set>
                                    <p:anim calcmode="lin" valueType="num">
                                      <p:cBhvr additive="base">
                                        <p:cTn id="27" dur="500" fill="hold"/>
                                        <p:tgtEl>
                                          <p:spTgt spid="17">
                                            <p:graphicEl>
                                              <a:dgm id="{93353125-8E29-4EEB-AD8E-BEB493801DC0}"/>
                                            </p:graphicEl>
                                          </p:spTgt>
                                        </p:tgtEl>
                                        <p:attrNameLst>
                                          <p:attrName>ppt_x</p:attrName>
                                        </p:attrNameLst>
                                      </p:cBhvr>
                                      <p:tavLst>
                                        <p:tav tm="0">
                                          <p:val>
                                            <p:strVal val="0-#ppt_w/2"/>
                                          </p:val>
                                        </p:tav>
                                        <p:tav tm="100000">
                                          <p:val>
                                            <p:strVal val="#ppt_x"/>
                                          </p:val>
                                        </p:tav>
                                      </p:tavLst>
                                    </p:anim>
                                    <p:anim calcmode="lin" valueType="num">
                                      <p:cBhvr additive="base">
                                        <p:cTn id="28" dur="500" fill="hold"/>
                                        <p:tgtEl>
                                          <p:spTgt spid="17">
                                            <p:graphicEl>
                                              <a:dgm id="{93353125-8E29-4EEB-AD8E-BEB493801DC0}"/>
                                            </p:graphicEl>
                                          </p:spTgt>
                                        </p:tgtEl>
                                        <p:attrNameLst>
                                          <p:attrName>ppt_y</p:attrName>
                                        </p:attrNameLst>
                                      </p:cBhvr>
                                      <p:tavLst>
                                        <p:tav tm="0">
                                          <p:val>
                                            <p:strVal val="#ppt_y"/>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8" fill="hold" grpId="0" nodeType="clickEffect">
                                  <p:stCondLst>
                                    <p:cond delay="0"/>
                                  </p:stCondLst>
                                  <p:childTnLst>
                                    <p:set>
                                      <p:cBhvr>
                                        <p:cTn id="32" dur="1" fill="hold">
                                          <p:stCondLst>
                                            <p:cond delay="0"/>
                                          </p:stCondLst>
                                        </p:cTn>
                                        <p:tgtEl>
                                          <p:spTgt spid="17">
                                            <p:graphicEl>
                                              <a:dgm id="{458DA2AB-B9BB-40E0-A1DD-8D51796EDFAC}"/>
                                            </p:graphicEl>
                                          </p:spTgt>
                                        </p:tgtEl>
                                        <p:attrNameLst>
                                          <p:attrName>style.visibility</p:attrName>
                                        </p:attrNameLst>
                                      </p:cBhvr>
                                      <p:to>
                                        <p:strVal val="visible"/>
                                      </p:to>
                                    </p:set>
                                    <p:anim calcmode="lin" valueType="num">
                                      <p:cBhvr additive="base">
                                        <p:cTn id="33" dur="500" fill="hold"/>
                                        <p:tgtEl>
                                          <p:spTgt spid="17">
                                            <p:graphicEl>
                                              <a:dgm id="{458DA2AB-B9BB-40E0-A1DD-8D51796EDFAC}"/>
                                            </p:graphicEl>
                                          </p:spTgt>
                                        </p:tgtEl>
                                        <p:attrNameLst>
                                          <p:attrName>ppt_x</p:attrName>
                                        </p:attrNameLst>
                                      </p:cBhvr>
                                      <p:tavLst>
                                        <p:tav tm="0">
                                          <p:val>
                                            <p:strVal val="0-#ppt_w/2"/>
                                          </p:val>
                                        </p:tav>
                                        <p:tav tm="100000">
                                          <p:val>
                                            <p:strVal val="#ppt_x"/>
                                          </p:val>
                                        </p:tav>
                                      </p:tavLst>
                                    </p:anim>
                                    <p:anim calcmode="lin" valueType="num">
                                      <p:cBhvr additive="base">
                                        <p:cTn id="34" dur="500" fill="hold"/>
                                        <p:tgtEl>
                                          <p:spTgt spid="17">
                                            <p:graphicEl>
                                              <a:dgm id="{458DA2AB-B9BB-40E0-A1DD-8D51796EDFAC}"/>
                                            </p:graphicEl>
                                          </p:spTgt>
                                        </p:tgtEl>
                                        <p:attrNameLst>
                                          <p:attrName>ppt_y</p:attrName>
                                        </p:attrNameLst>
                                      </p:cBhvr>
                                      <p:tavLst>
                                        <p:tav tm="0">
                                          <p:val>
                                            <p:strVal val="#ppt_y"/>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8" fill="hold" grpId="0" nodeType="clickEffect">
                                  <p:stCondLst>
                                    <p:cond delay="0"/>
                                  </p:stCondLst>
                                  <p:childTnLst>
                                    <p:set>
                                      <p:cBhvr>
                                        <p:cTn id="38" dur="1" fill="hold">
                                          <p:stCondLst>
                                            <p:cond delay="0"/>
                                          </p:stCondLst>
                                        </p:cTn>
                                        <p:tgtEl>
                                          <p:spTgt spid="17">
                                            <p:graphicEl>
                                              <a:dgm id="{67533720-B10C-4865-85E4-C40443FF4DAE}"/>
                                            </p:graphicEl>
                                          </p:spTgt>
                                        </p:tgtEl>
                                        <p:attrNameLst>
                                          <p:attrName>style.visibility</p:attrName>
                                        </p:attrNameLst>
                                      </p:cBhvr>
                                      <p:to>
                                        <p:strVal val="visible"/>
                                      </p:to>
                                    </p:set>
                                    <p:anim calcmode="lin" valueType="num">
                                      <p:cBhvr additive="base">
                                        <p:cTn id="39" dur="500" fill="hold"/>
                                        <p:tgtEl>
                                          <p:spTgt spid="17">
                                            <p:graphicEl>
                                              <a:dgm id="{67533720-B10C-4865-85E4-C40443FF4DAE}"/>
                                            </p:graphicEl>
                                          </p:spTgt>
                                        </p:tgtEl>
                                        <p:attrNameLst>
                                          <p:attrName>ppt_x</p:attrName>
                                        </p:attrNameLst>
                                      </p:cBhvr>
                                      <p:tavLst>
                                        <p:tav tm="0">
                                          <p:val>
                                            <p:strVal val="0-#ppt_w/2"/>
                                          </p:val>
                                        </p:tav>
                                        <p:tav tm="100000">
                                          <p:val>
                                            <p:strVal val="#ppt_x"/>
                                          </p:val>
                                        </p:tav>
                                      </p:tavLst>
                                    </p:anim>
                                    <p:anim calcmode="lin" valueType="num">
                                      <p:cBhvr additive="base">
                                        <p:cTn id="40" dur="500" fill="hold"/>
                                        <p:tgtEl>
                                          <p:spTgt spid="17">
                                            <p:graphicEl>
                                              <a:dgm id="{67533720-B10C-4865-85E4-C40443FF4DAE}"/>
                                            </p:graphicEl>
                                          </p:spTgt>
                                        </p:tgtEl>
                                        <p:attrNameLst>
                                          <p:attrName>ppt_y</p:attrName>
                                        </p:attrNameLst>
                                      </p:cBhvr>
                                      <p:tavLst>
                                        <p:tav tm="0">
                                          <p:val>
                                            <p:strVal val="#ppt_y"/>
                                          </p:val>
                                        </p:tav>
                                        <p:tav tm="100000">
                                          <p:val>
                                            <p:strVal val="#ppt_y"/>
                                          </p:val>
                                        </p:tav>
                                      </p:tavLst>
                                    </p:anim>
                                  </p:childTnLst>
                                </p:cTn>
                              </p:par>
                              <p:par>
                                <p:cTn id="41" presetID="2" presetClass="entr" presetSubtype="8" fill="hold" grpId="0" nodeType="withEffect">
                                  <p:stCondLst>
                                    <p:cond delay="0"/>
                                  </p:stCondLst>
                                  <p:childTnLst>
                                    <p:set>
                                      <p:cBhvr>
                                        <p:cTn id="42" dur="1" fill="hold">
                                          <p:stCondLst>
                                            <p:cond delay="0"/>
                                          </p:stCondLst>
                                        </p:cTn>
                                        <p:tgtEl>
                                          <p:spTgt spid="17">
                                            <p:graphicEl>
                                              <a:dgm id="{CF1F0201-22A7-4FF4-AEB4-7BCA4EDDC556}"/>
                                            </p:graphicEl>
                                          </p:spTgt>
                                        </p:tgtEl>
                                        <p:attrNameLst>
                                          <p:attrName>style.visibility</p:attrName>
                                        </p:attrNameLst>
                                      </p:cBhvr>
                                      <p:to>
                                        <p:strVal val="visible"/>
                                      </p:to>
                                    </p:set>
                                    <p:anim calcmode="lin" valueType="num">
                                      <p:cBhvr additive="base">
                                        <p:cTn id="43" dur="500" fill="hold"/>
                                        <p:tgtEl>
                                          <p:spTgt spid="17">
                                            <p:graphicEl>
                                              <a:dgm id="{CF1F0201-22A7-4FF4-AEB4-7BCA4EDDC556}"/>
                                            </p:graphic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17">
                                            <p:graphicEl>
                                              <a:dgm id="{CF1F0201-22A7-4FF4-AEB4-7BCA4EDDC556}"/>
                                            </p:graphicEl>
                                          </p:spTgt>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17">
                                            <p:graphicEl>
                                              <a:dgm id="{3B0C74AB-1BDB-48D7-9BEE-9388A688375C}"/>
                                            </p:graphicEl>
                                          </p:spTgt>
                                        </p:tgtEl>
                                        <p:attrNameLst>
                                          <p:attrName>style.visibility</p:attrName>
                                        </p:attrNameLst>
                                      </p:cBhvr>
                                      <p:to>
                                        <p:strVal val="visible"/>
                                      </p:to>
                                    </p:set>
                                    <p:anim calcmode="lin" valueType="num">
                                      <p:cBhvr additive="base">
                                        <p:cTn id="49" dur="500" fill="hold"/>
                                        <p:tgtEl>
                                          <p:spTgt spid="17">
                                            <p:graphicEl>
                                              <a:dgm id="{3B0C74AB-1BDB-48D7-9BEE-9388A688375C}"/>
                                            </p:graphicEl>
                                          </p:spTgt>
                                        </p:tgtEl>
                                        <p:attrNameLst>
                                          <p:attrName>ppt_x</p:attrName>
                                        </p:attrNameLst>
                                      </p:cBhvr>
                                      <p:tavLst>
                                        <p:tav tm="0">
                                          <p:val>
                                            <p:strVal val="0-#ppt_w/2"/>
                                          </p:val>
                                        </p:tav>
                                        <p:tav tm="100000">
                                          <p:val>
                                            <p:strVal val="#ppt_x"/>
                                          </p:val>
                                        </p:tav>
                                      </p:tavLst>
                                    </p:anim>
                                    <p:anim calcmode="lin" valueType="num">
                                      <p:cBhvr additive="base">
                                        <p:cTn id="50" dur="500" fill="hold"/>
                                        <p:tgtEl>
                                          <p:spTgt spid="17">
                                            <p:graphicEl>
                                              <a:dgm id="{3B0C74AB-1BDB-48D7-9BEE-9388A688375C}"/>
                                            </p:graphic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7" grpId="0" uiExpand="1">
        <p:bldSub>
          <a:bldDgm bld="one"/>
        </p:bldSub>
      </p:bldGraphic>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4" name="Title 3">
            <a:extLst>
              <a:ext uri="{FF2B5EF4-FFF2-40B4-BE49-F238E27FC236}">
                <a16:creationId xmlns:a16="http://schemas.microsoft.com/office/drawing/2014/main" id="{A3F1300F-5DC7-1F66-5BCF-4BC60C49E496}"/>
              </a:ext>
            </a:extLst>
          </p:cNvPr>
          <p:cNvSpPr txBox="1">
            <a:spLocks/>
          </p:cNvSpPr>
          <p:nvPr/>
        </p:nvSpPr>
        <p:spPr>
          <a:xfrm>
            <a:off x="2762171" y="547540"/>
            <a:ext cx="5187342" cy="653647"/>
          </a:xfrm>
          <a:prstGeom prst="rect">
            <a:avLst/>
          </a:prstGeom>
          <a:noFill/>
          <a:ln>
            <a:noFill/>
          </a:ln>
        </p:spPr>
        <p:txBody>
          <a:bodyPr spcFirstLastPara="1" wrap="square" lIns="91425" tIns="45700" rIns="91425" bIns="45700" anchor="b" anchorCtr="0">
            <a:no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chemeClr val="accent1"/>
              </a:buClr>
              <a:buSzPts val="5400"/>
              <a:buFont typeface="Arial"/>
              <a:buNone/>
              <a:defRPr sz="5400" b="0" i="0" u="none" strike="noStrike" cap="none">
                <a:solidFill>
                  <a:schemeClr val="accent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9pPr>
          </a:lstStyle>
          <a:p>
            <a:r>
              <a:rPr lang="en-US" sz="4000"/>
              <a:t>NỘI DUNG CHÍNH</a:t>
            </a:r>
          </a:p>
        </p:txBody>
      </p:sp>
      <p:sp>
        <p:nvSpPr>
          <p:cNvPr id="6" name="TextBox 5">
            <a:extLst>
              <a:ext uri="{FF2B5EF4-FFF2-40B4-BE49-F238E27FC236}">
                <a16:creationId xmlns:a16="http://schemas.microsoft.com/office/drawing/2014/main" id="{C3418664-82B8-F53F-1B12-558D62DF7240}"/>
              </a:ext>
            </a:extLst>
          </p:cNvPr>
          <p:cNvSpPr txBox="1"/>
          <p:nvPr/>
        </p:nvSpPr>
        <p:spPr>
          <a:xfrm>
            <a:off x="2053282" y="1201187"/>
            <a:ext cx="7164859" cy="5262979"/>
          </a:xfrm>
          <a:prstGeom prst="rect">
            <a:avLst/>
          </a:prstGeom>
          <a:noFill/>
        </p:spPr>
        <p:txBody>
          <a:bodyPr wrap="square">
            <a:spAutoFit/>
          </a:bodyPr>
          <a:lstStyle/>
          <a:p>
            <a:r>
              <a:rPr lang="en-US" sz="2400" b="1" i="1">
                <a:solidFill>
                  <a:schemeClr val="tx1"/>
                </a:solidFill>
              </a:rPr>
              <a:t>BUG TRACKING</a:t>
            </a:r>
            <a:endParaRPr lang="en-US" sz="2400">
              <a:solidFill>
                <a:schemeClr val="tx1"/>
              </a:solidFill>
            </a:endParaRPr>
          </a:p>
          <a:p>
            <a:pPr lvl="2"/>
            <a:r>
              <a:rPr lang="en-US" sz="2400">
                <a:solidFill>
                  <a:schemeClr val="tx1"/>
                </a:solidFill>
              </a:rPr>
              <a:t>	1. Bug Tracking </a:t>
            </a:r>
            <a:r>
              <a:rPr lang="vi-VN" sz="2400">
                <a:solidFill>
                  <a:schemeClr val="tx1"/>
                </a:solidFill>
              </a:rPr>
              <a:t>là gì?</a:t>
            </a:r>
            <a:endParaRPr lang="en-US" sz="2400">
              <a:solidFill>
                <a:schemeClr val="tx1"/>
              </a:solidFill>
            </a:endParaRPr>
          </a:p>
          <a:p>
            <a:pPr lvl="2"/>
            <a:r>
              <a:rPr lang="en-US" sz="2400">
                <a:solidFill>
                  <a:schemeClr val="tx1"/>
                </a:solidFill>
              </a:rPr>
              <a:t>	2. Ý Nghĩa của Bug Tracking?</a:t>
            </a:r>
          </a:p>
          <a:p>
            <a:pPr lvl="2"/>
            <a:endParaRPr lang="en-US" sz="2400">
              <a:solidFill>
                <a:schemeClr val="tx1"/>
              </a:solidFill>
            </a:endParaRPr>
          </a:p>
          <a:p>
            <a:r>
              <a:rPr lang="en-US" sz="2400" b="1" i="1">
                <a:solidFill>
                  <a:schemeClr val="tx1"/>
                </a:solidFill>
              </a:rPr>
              <a:t>REDMINE</a:t>
            </a:r>
            <a:endParaRPr lang="en-US" sz="2400">
              <a:solidFill>
                <a:schemeClr val="tx1"/>
              </a:solidFill>
            </a:endParaRPr>
          </a:p>
          <a:p>
            <a:r>
              <a:rPr lang="en-US" sz="2400">
                <a:solidFill>
                  <a:schemeClr val="tx1"/>
                </a:solidFill>
              </a:rPr>
              <a:t>	1. Tổng quan về REMIND</a:t>
            </a:r>
          </a:p>
          <a:p>
            <a:r>
              <a:rPr lang="en-US" sz="2400">
                <a:solidFill>
                  <a:schemeClr val="tx1"/>
                </a:solidFill>
              </a:rPr>
              <a:t>	2.  Tại sao chọn REMIND</a:t>
            </a:r>
          </a:p>
          <a:p>
            <a:r>
              <a:rPr lang="en-US" sz="2400">
                <a:solidFill>
                  <a:schemeClr val="tx1"/>
                </a:solidFill>
              </a:rPr>
              <a:t>	3. So sánh với các công cụ khác</a:t>
            </a:r>
          </a:p>
          <a:p>
            <a:r>
              <a:rPr lang="en-US" sz="2400">
                <a:solidFill>
                  <a:schemeClr val="tx1"/>
                </a:solidFill>
              </a:rPr>
              <a:t>	4. Các tính năng của REMIND</a:t>
            </a:r>
          </a:p>
          <a:p>
            <a:r>
              <a:rPr lang="en-US" sz="2400">
                <a:solidFill>
                  <a:schemeClr val="tx1"/>
                </a:solidFill>
              </a:rPr>
              <a:t>	5. Ưu và nhược điểm của REMIND</a:t>
            </a:r>
          </a:p>
          <a:p>
            <a:r>
              <a:rPr lang="en-US" sz="2400">
                <a:solidFill>
                  <a:schemeClr val="tx1"/>
                </a:solidFill>
              </a:rPr>
              <a:t>	5. TEST PLAN </a:t>
            </a:r>
          </a:p>
          <a:p>
            <a:r>
              <a:rPr lang="en-US" sz="2400">
                <a:solidFill>
                  <a:schemeClr val="tx1"/>
                </a:solidFill>
              </a:rPr>
              <a:t>	6. Cài đặt và hướng dẫn sử dụng công cụ</a:t>
            </a:r>
          </a:p>
          <a:p>
            <a:r>
              <a:rPr lang="en-US" sz="2400" b="1" i="1">
                <a:solidFill>
                  <a:schemeClr val="tx1"/>
                </a:solidFill>
              </a:rPr>
              <a:t>GIỚI THIỆU ỨNG DỤNG ĐẶT BÀN</a:t>
            </a:r>
            <a:endParaRPr lang="en-US" sz="2400">
              <a:solidFill>
                <a:schemeClr val="tx1"/>
              </a:solidFill>
            </a:endParaRPr>
          </a:p>
          <a:p>
            <a:r>
              <a:rPr lang="en-US" sz="2400" b="1" i="1">
                <a:solidFill>
                  <a:schemeClr val="tx1"/>
                </a:solidFill>
              </a:rPr>
              <a:t>PHÂN CÔNG CÔNG VIỆC</a:t>
            </a:r>
          </a:p>
        </p:txBody>
      </p:sp>
    </p:spTree>
    <p:extLst>
      <p:ext uri="{BB962C8B-B14F-4D97-AF65-F5344CB8AC3E}">
        <p14:creationId xmlns:p14="http://schemas.microsoft.com/office/powerpoint/2010/main" val="1418969443"/>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randombar(horizontal)">
                                      <p:cBhvr>
                                        <p:cTn id="7" dur="500"/>
                                        <p:tgtEl>
                                          <p:spTgt spid="6">
                                            <p:txEl>
                                              <p:pRg st="0" end="0"/>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6">
                                            <p:txEl>
                                              <p:pRg st="1" end="1"/>
                                            </p:txEl>
                                          </p:spTgt>
                                        </p:tgtEl>
                                        <p:attrNameLst>
                                          <p:attrName>style.visibility</p:attrName>
                                        </p:attrNameLst>
                                      </p:cBhvr>
                                      <p:to>
                                        <p:strVal val="visible"/>
                                      </p:to>
                                    </p:set>
                                    <p:animEffect transition="in" filter="randombar(horizontal)">
                                      <p:cBhvr>
                                        <p:cTn id="10" dur="500"/>
                                        <p:tgtEl>
                                          <p:spTgt spid="6">
                                            <p:txEl>
                                              <p:pRg st="1" end="1"/>
                                            </p:txEl>
                                          </p:spTgt>
                                        </p:tgtEl>
                                      </p:cBhvr>
                                    </p:animEffect>
                                  </p:childTnLst>
                                </p:cTn>
                              </p:par>
                              <p:par>
                                <p:cTn id="11" presetID="14" presetClass="entr" presetSubtype="10" fill="hold" nodeType="with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animEffect transition="in" filter="randombar(horizontal)">
                                      <p:cBhvr>
                                        <p:cTn id="13" dur="500"/>
                                        <p:tgtEl>
                                          <p:spTgt spid="6">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4" presetClass="entr" presetSubtype="10" fill="hold" nodeType="clickEffect">
                                  <p:stCondLst>
                                    <p:cond delay="0"/>
                                  </p:stCondLst>
                                  <p:childTnLst>
                                    <p:set>
                                      <p:cBhvr>
                                        <p:cTn id="17" dur="1" fill="hold">
                                          <p:stCondLst>
                                            <p:cond delay="0"/>
                                          </p:stCondLst>
                                        </p:cTn>
                                        <p:tgtEl>
                                          <p:spTgt spid="6">
                                            <p:txEl>
                                              <p:pRg st="4" end="4"/>
                                            </p:txEl>
                                          </p:spTgt>
                                        </p:tgtEl>
                                        <p:attrNameLst>
                                          <p:attrName>style.visibility</p:attrName>
                                        </p:attrNameLst>
                                      </p:cBhvr>
                                      <p:to>
                                        <p:strVal val="visible"/>
                                      </p:to>
                                    </p:set>
                                    <p:animEffect transition="in" filter="randombar(horizontal)">
                                      <p:cBhvr>
                                        <p:cTn id="18" dur="500"/>
                                        <p:tgtEl>
                                          <p:spTgt spid="6">
                                            <p:txEl>
                                              <p:pRg st="4" end="4"/>
                                            </p:txEl>
                                          </p:spTgt>
                                        </p:tgtEl>
                                      </p:cBhvr>
                                    </p:animEffect>
                                  </p:childTnLst>
                                </p:cTn>
                              </p:par>
                              <p:par>
                                <p:cTn id="19" presetID="14" presetClass="entr" presetSubtype="10" fill="hold" nodeType="withEffect">
                                  <p:stCondLst>
                                    <p:cond delay="0"/>
                                  </p:stCondLst>
                                  <p:childTnLst>
                                    <p:set>
                                      <p:cBhvr>
                                        <p:cTn id="20" dur="1" fill="hold">
                                          <p:stCondLst>
                                            <p:cond delay="0"/>
                                          </p:stCondLst>
                                        </p:cTn>
                                        <p:tgtEl>
                                          <p:spTgt spid="6">
                                            <p:txEl>
                                              <p:pRg st="5" end="5"/>
                                            </p:txEl>
                                          </p:spTgt>
                                        </p:tgtEl>
                                        <p:attrNameLst>
                                          <p:attrName>style.visibility</p:attrName>
                                        </p:attrNameLst>
                                      </p:cBhvr>
                                      <p:to>
                                        <p:strVal val="visible"/>
                                      </p:to>
                                    </p:set>
                                    <p:animEffect transition="in" filter="randombar(horizontal)">
                                      <p:cBhvr>
                                        <p:cTn id="21" dur="500"/>
                                        <p:tgtEl>
                                          <p:spTgt spid="6">
                                            <p:txEl>
                                              <p:pRg st="5" end="5"/>
                                            </p:txEl>
                                          </p:spTgt>
                                        </p:tgtEl>
                                      </p:cBhvr>
                                    </p:animEffect>
                                  </p:childTnLst>
                                </p:cTn>
                              </p:par>
                              <p:par>
                                <p:cTn id="22" presetID="14" presetClass="entr" presetSubtype="10" fill="hold" nodeType="withEffect">
                                  <p:stCondLst>
                                    <p:cond delay="0"/>
                                  </p:stCondLst>
                                  <p:childTnLst>
                                    <p:set>
                                      <p:cBhvr>
                                        <p:cTn id="23" dur="1" fill="hold">
                                          <p:stCondLst>
                                            <p:cond delay="0"/>
                                          </p:stCondLst>
                                        </p:cTn>
                                        <p:tgtEl>
                                          <p:spTgt spid="6">
                                            <p:txEl>
                                              <p:pRg st="6" end="6"/>
                                            </p:txEl>
                                          </p:spTgt>
                                        </p:tgtEl>
                                        <p:attrNameLst>
                                          <p:attrName>style.visibility</p:attrName>
                                        </p:attrNameLst>
                                      </p:cBhvr>
                                      <p:to>
                                        <p:strVal val="visible"/>
                                      </p:to>
                                    </p:set>
                                    <p:animEffect transition="in" filter="randombar(horizontal)">
                                      <p:cBhvr>
                                        <p:cTn id="24" dur="500"/>
                                        <p:tgtEl>
                                          <p:spTgt spid="6">
                                            <p:txEl>
                                              <p:pRg st="6" end="6"/>
                                            </p:txEl>
                                          </p:spTgt>
                                        </p:tgtEl>
                                      </p:cBhvr>
                                    </p:animEffect>
                                  </p:childTnLst>
                                </p:cTn>
                              </p:par>
                              <p:par>
                                <p:cTn id="25" presetID="14" presetClass="entr" presetSubtype="10" fill="hold" nodeType="withEffect">
                                  <p:stCondLst>
                                    <p:cond delay="0"/>
                                  </p:stCondLst>
                                  <p:childTnLst>
                                    <p:set>
                                      <p:cBhvr>
                                        <p:cTn id="26" dur="1" fill="hold">
                                          <p:stCondLst>
                                            <p:cond delay="0"/>
                                          </p:stCondLst>
                                        </p:cTn>
                                        <p:tgtEl>
                                          <p:spTgt spid="6">
                                            <p:txEl>
                                              <p:pRg st="7" end="7"/>
                                            </p:txEl>
                                          </p:spTgt>
                                        </p:tgtEl>
                                        <p:attrNameLst>
                                          <p:attrName>style.visibility</p:attrName>
                                        </p:attrNameLst>
                                      </p:cBhvr>
                                      <p:to>
                                        <p:strVal val="visible"/>
                                      </p:to>
                                    </p:set>
                                    <p:animEffect transition="in" filter="randombar(horizontal)">
                                      <p:cBhvr>
                                        <p:cTn id="27" dur="500"/>
                                        <p:tgtEl>
                                          <p:spTgt spid="6">
                                            <p:txEl>
                                              <p:pRg st="7" end="7"/>
                                            </p:txEl>
                                          </p:spTgt>
                                        </p:tgtEl>
                                      </p:cBhvr>
                                    </p:animEffect>
                                  </p:childTnLst>
                                </p:cTn>
                              </p:par>
                              <p:par>
                                <p:cTn id="28" presetID="14" presetClass="entr" presetSubtype="10" fill="hold" nodeType="withEffect">
                                  <p:stCondLst>
                                    <p:cond delay="0"/>
                                  </p:stCondLst>
                                  <p:childTnLst>
                                    <p:set>
                                      <p:cBhvr>
                                        <p:cTn id="29" dur="1" fill="hold">
                                          <p:stCondLst>
                                            <p:cond delay="0"/>
                                          </p:stCondLst>
                                        </p:cTn>
                                        <p:tgtEl>
                                          <p:spTgt spid="6">
                                            <p:txEl>
                                              <p:pRg st="8" end="8"/>
                                            </p:txEl>
                                          </p:spTgt>
                                        </p:tgtEl>
                                        <p:attrNameLst>
                                          <p:attrName>style.visibility</p:attrName>
                                        </p:attrNameLst>
                                      </p:cBhvr>
                                      <p:to>
                                        <p:strVal val="visible"/>
                                      </p:to>
                                    </p:set>
                                    <p:animEffect transition="in" filter="randombar(horizontal)">
                                      <p:cBhvr>
                                        <p:cTn id="30" dur="500"/>
                                        <p:tgtEl>
                                          <p:spTgt spid="6">
                                            <p:txEl>
                                              <p:pRg st="8" end="8"/>
                                            </p:txEl>
                                          </p:spTgt>
                                        </p:tgtEl>
                                      </p:cBhvr>
                                    </p:animEffect>
                                  </p:childTnLst>
                                </p:cTn>
                              </p:par>
                              <p:par>
                                <p:cTn id="31" presetID="14" presetClass="entr" presetSubtype="10" fill="hold" nodeType="withEffect">
                                  <p:stCondLst>
                                    <p:cond delay="0"/>
                                  </p:stCondLst>
                                  <p:childTnLst>
                                    <p:set>
                                      <p:cBhvr>
                                        <p:cTn id="32" dur="1" fill="hold">
                                          <p:stCondLst>
                                            <p:cond delay="0"/>
                                          </p:stCondLst>
                                        </p:cTn>
                                        <p:tgtEl>
                                          <p:spTgt spid="6">
                                            <p:txEl>
                                              <p:pRg st="9" end="9"/>
                                            </p:txEl>
                                          </p:spTgt>
                                        </p:tgtEl>
                                        <p:attrNameLst>
                                          <p:attrName>style.visibility</p:attrName>
                                        </p:attrNameLst>
                                      </p:cBhvr>
                                      <p:to>
                                        <p:strVal val="visible"/>
                                      </p:to>
                                    </p:set>
                                    <p:animEffect transition="in" filter="randombar(horizontal)">
                                      <p:cBhvr>
                                        <p:cTn id="33" dur="500"/>
                                        <p:tgtEl>
                                          <p:spTgt spid="6">
                                            <p:txEl>
                                              <p:pRg st="9" end="9"/>
                                            </p:txEl>
                                          </p:spTgt>
                                        </p:tgtEl>
                                      </p:cBhvr>
                                    </p:animEffect>
                                  </p:childTnLst>
                                </p:cTn>
                              </p:par>
                              <p:par>
                                <p:cTn id="34" presetID="14" presetClass="entr" presetSubtype="10" fill="hold" nodeType="withEffect">
                                  <p:stCondLst>
                                    <p:cond delay="0"/>
                                  </p:stCondLst>
                                  <p:childTnLst>
                                    <p:set>
                                      <p:cBhvr>
                                        <p:cTn id="35" dur="1" fill="hold">
                                          <p:stCondLst>
                                            <p:cond delay="0"/>
                                          </p:stCondLst>
                                        </p:cTn>
                                        <p:tgtEl>
                                          <p:spTgt spid="6">
                                            <p:txEl>
                                              <p:pRg st="10" end="10"/>
                                            </p:txEl>
                                          </p:spTgt>
                                        </p:tgtEl>
                                        <p:attrNameLst>
                                          <p:attrName>style.visibility</p:attrName>
                                        </p:attrNameLst>
                                      </p:cBhvr>
                                      <p:to>
                                        <p:strVal val="visible"/>
                                      </p:to>
                                    </p:set>
                                    <p:animEffect transition="in" filter="randombar(horizontal)">
                                      <p:cBhvr>
                                        <p:cTn id="36" dur="500"/>
                                        <p:tgtEl>
                                          <p:spTgt spid="6">
                                            <p:txEl>
                                              <p:pRg st="10" end="10"/>
                                            </p:txEl>
                                          </p:spTgt>
                                        </p:tgtEl>
                                      </p:cBhvr>
                                    </p:animEffect>
                                  </p:childTnLst>
                                </p:cTn>
                              </p:par>
                              <p:par>
                                <p:cTn id="37" presetID="14" presetClass="entr" presetSubtype="10" fill="hold" nodeType="withEffect">
                                  <p:stCondLst>
                                    <p:cond delay="0"/>
                                  </p:stCondLst>
                                  <p:childTnLst>
                                    <p:set>
                                      <p:cBhvr>
                                        <p:cTn id="38" dur="1" fill="hold">
                                          <p:stCondLst>
                                            <p:cond delay="0"/>
                                          </p:stCondLst>
                                        </p:cTn>
                                        <p:tgtEl>
                                          <p:spTgt spid="6">
                                            <p:txEl>
                                              <p:pRg st="11" end="11"/>
                                            </p:txEl>
                                          </p:spTgt>
                                        </p:tgtEl>
                                        <p:attrNameLst>
                                          <p:attrName>style.visibility</p:attrName>
                                        </p:attrNameLst>
                                      </p:cBhvr>
                                      <p:to>
                                        <p:strVal val="visible"/>
                                      </p:to>
                                    </p:set>
                                    <p:animEffect transition="in" filter="randombar(horizontal)">
                                      <p:cBhvr>
                                        <p:cTn id="39" dur="500"/>
                                        <p:tgtEl>
                                          <p:spTgt spid="6">
                                            <p:txEl>
                                              <p:pRg st="11" end="11"/>
                                            </p:txEl>
                                          </p:spTgt>
                                        </p:tgtEl>
                                      </p:cBhvr>
                                    </p:animEffect>
                                  </p:childTnLst>
                                </p:cTn>
                              </p:par>
                              <p:par>
                                <p:cTn id="40" presetID="14" presetClass="entr" presetSubtype="10" fill="hold" nodeType="withEffect">
                                  <p:stCondLst>
                                    <p:cond delay="0"/>
                                  </p:stCondLst>
                                  <p:childTnLst>
                                    <p:set>
                                      <p:cBhvr>
                                        <p:cTn id="41" dur="1" fill="hold">
                                          <p:stCondLst>
                                            <p:cond delay="0"/>
                                          </p:stCondLst>
                                        </p:cTn>
                                        <p:tgtEl>
                                          <p:spTgt spid="6">
                                            <p:txEl>
                                              <p:pRg st="12" end="12"/>
                                            </p:txEl>
                                          </p:spTgt>
                                        </p:tgtEl>
                                        <p:attrNameLst>
                                          <p:attrName>style.visibility</p:attrName>
                                        </p:attrNameLst>
                                      </p:cBhvr>
                                      <p:to>
                                        <p:strVal val="visible"/>
                                      </p:to>
                                    </p:set>
                                    <p:animEffect transition="in" filter="randombar(horizontal)">
                                      <p:cBhvr>
                                        <p:cTn id="42" dur="500"/>
                                        <p:tgtEl>
                                          <p:spTgt spid="6">
                                            <p:txEl>
                                              <p:pRg st="12" end="12"/>
                                            </p:txEl>
                                          </p:spTgt>
                                        </p:tgtEl>
                                      </p:cBhvr>
                                    </p:animEffect>
                                  </p:childTnLst>
                                </p:cTn>
                              </p:par>
                              <p:par>
                                <p:cTn id="43" presetID="14" presetClass="entr" presetSubtype="10" fill="hold" nodeType="withEffect">
                                  <p:stCondLst>
                                    <p:cond delay="0"/>
                                  </p:stCondLst>
                                  <p:childTnLst>
                                    <p:set>
                                      <p:cBhvr>
                                        <p:cTn id="44" dur="1" fill="hold">
                                          <p:stCondLst>
                                            <p:cond delay="0"/>
                                          </p:stCondLst>
                                        </p:cTn>
                                        <p:tgtEl>
                                          <p:spTgt spid="6">
                                            <p:txEl>
                                              <p:pRg st="13" end="13"/>
                                            </p:txEl>
                                          </p:spTgt>
                                        </p:tgtEl>
                                        <p:attrNameLst>
                                          <p:attrName>style.visibility</p:attrName>
                                        </p:attrNameLst>
                                      </p:cBhvr>
                                      <p:to>
                                        <p:strVal val="visible"/>
                                      </p:to>
                                    </p:set>
                                    <p:animEffect transition="in" filter="randombar(horizontal)">
                                      <p:cBhvr>
                                        <p:cTn id="45" dur="500"/>
                                        <p:tgtEl>
                                          <p:spTgt spid="6">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pic>
        <p:nvPicPr>
          <p:cNvPr id="1030" name="Picture 6" descr="Top 10 Bug Tracking Tools for Web Developers and Designers — Soshace •  Soshac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02027" y="1758266"/>
            <a:ext cx="4776428" cy="3203708"/>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A637E82B-7C35-451B-9E72-B65E2B24515B}"/>
              </a:ext>
            </a:extLst>
          </p:cNvPr>
          <p:cNvSpPr txBox="1"/>
          <p:nvPr/>
        </p:nvSpPr>
        <p:spPr>
          <a:xfrm>
            <a:off x="445255" y="1443841"/>
            <a:ext cx="3179075" cy="461665"/>
          </a:xfrm>
          <a:prstGeom prst="rect">
            <a:avLst/>
          </a:prstGeom>
          <a:noFill/>
        </p:spPr>
        <p:txBody>
          <a:bodyPr wrap="none" rtlCol="0">
            <a:spAutoFit/>
          </a:bodyPr>
          <a:lstStyle/>
          <a:p>
            <a:r>
              <a:rPr lang="en-US" sz="2400" dirty="0">
                <a:solidFill>
                  <a:srgbClr val="00B0F0"/>
                </a:solidFill>
              </a:rPr>
              <a:t>1. Bug Tracking </a:t>
            </a:r>
            <a:r>
              <a:rPr lang="vi-VN" sz="2400" dirty="0">
                <a:solidFill>
                  <a:srgbClr val="00B0F0"/>
                </a:solidFill>
              </a:rPr>
              <a:t>là gì?</a:t>
            </a:r>
            <a:endParaRPr lang="en-US" sz="2400" dirty="0">
              <a:solidFill>
                <a:srgbClr val="00B0F0"/>
              </a:solidFill>
            </a:endParaRPr>
          </a:p>
        </p:txBody>
      </p:sp>
      <p:sp>
        <p:nvSpPr>
          <p:cNvPr id="7" name="TextBox 6">
            <a:extLst>
              <a:ext uri="{FF2B5EF4-FFF2-40B4-BE49-F238E27FC236}">
                <a16:creationId xmlns:a16="http://schemas.microsoft.com/office/drawing/2014/main" id="{6F080588-6AE8-4E95-85B7-68F461A6C65E}"/>
              </a:ext>
            </a:extLst>
          </p:cNvPr>
          <p:cNvSpPr txBox="1"/>
          <p:nvPr/>
        </p:nvSpPr>
        <p:spPr>
          <a:xfrm>
            <a:off x="217714" y="2121098"/>
            <a:ext cx="5878286" cy="4339650"/>
          </a:xfrm>
          <a:prstGeom prst="rect">
            <a:avLst/>
          </a:prstGeom>
          <a:noFill/>
        </p:spPr>
        <p:txBody>
          <a:bodyPr wrap="square" rtlCol="0">
            <a:spAutoFit/>
          </a:bodyPr>
          <a:lstStyle/>
          <a:p>
            <a:pPr marL="342900" indent="-342900" algn="just">
              <a:buFont typeface="Arial" panose="020B0604020202020204" pitchFamily="34" charset="0"/>
              <a:buChar char="•"/>
            </a:pPr>
            <a:r>
              <a:rPr lang="vi-VN" sz="2300" dirty="0">
                <a:solidFill>
                  <a:schemeClr val="tx1"/>
                </a:solidFill>
                <a:latin typeface="+mn-lt"/>
                <a:ea typeface="Lato" panose="020F0502020204030203" pitchFamily="34" charset="0"/>
                <a:cs typeface="Times New Roman" panose="02020603050405020304" pitchFamily="18" charset="0"/>
              </a:rPr>
              <a:t>Là một quá trình được sử dụng bởi các nhân viên đảm bảo chất lượng và lập trình viên để theo dõi các vấn đề phần mềm và độ phân giải. </a:t>
            </a:r>
            <a:endParaRPr lang="en-US" sz="2300" dirty="0">
              <a:solidFill>
                <a:schemeClr val="tx1"/>
              </a:solidFill>
              <a:latin typeface="+mn-lt"/>
              <a:ea typeface="Lato" panose="020F0502020204030203" pitchFamily="34" charset="0"/>
              <a:cs typeface="Times New Roman" panose="02020603050405020304" pitchFamily="18" charset="0"/>
            </a:endParaRPr>
          </a:p>
          <a:p>
            <a:pPr marL="342900" indent="-342900" algn="just">
              <a:buFont typeface="Arial" panose="020B0604020202020204" pitchFamily="34" charset="0"/>
              <a:buChar char="•"/>
            </a:pPr>
            <a:endParaRPr lang="en-US" sz="2300" dirty="0">
              <a:solidFill>
                <a:schemeClr val="tx1"/>
              </a:solidFill>
              <a:latin typeface="+mn-lt"/>
              <a:ea typeface="Lato" panose="020F0502020204030203" pitchFamily="34" charset="0"/>
              <a:cs typeface="Times New Roman" panose="02020603050405020304" pitchFamily="18" charset="0"/>
            </a:endParaRPr>
          </a:p>
          <a:p>
            <a:pPr marL="342900" indent="-342900" algn="just">
              <a:buFont typeface="Arial" panose="020B0604020202020204" pitchFamily="34" charset="0"/>
              <a:buChar char="•"/>
            </a:pPr>
            <a:r>
              <a:rPr lang="vi-VN" sz="2300" dirty="0">
                <a:solidFill>
                  <a:schemeClr val="tx1"/>
                </a:solidFill>
                <a:latin typeface="+mn-lt"/>
                <a:ea typeface="Lato" panose="020F0502020204030203" pitchFamily="34" charset="0"/>
                <a:cs typeface="Times New Roman" panose="02020603050405020304" pitchFamily="18" charset="0"/>
              </a:rPr>
              <a:t>Một hệ thống theo dõi lỗi thường đưa ra để lưu trữ thông tin về lỗi đã thông báo. </a:t>
            </a:r>
            <a:endParaRPr lang="en-US" sz="2300" dirty="0">
              <a:solidFill>
                <a:schemeClr val="tx1"/>
              </a:solidFill>
              <a:latin typeface="+mn-lt"/>
              <a:ea typeface="Lato" panose="020F0502020204030203" pitchFamily="34" charset="0"/>
              <a:cs typeface="Times New Roman" panose="02020603050405020304" pitchFamily="18" charset="0"/>
            </a:endParaRPr>
          </a:p>
          <a:p>
            <a:pPr marL="342900" indent="-342900" algn="just">
              <a:buFont typeface="Arial" panose="020B0604020202020204" pitchFamily="34" charset="0"/>
              <a:buChar char="•"/>
            </a:pPr>
            <a:endParaRPr lang="en-US" sz="2300" dirty="0">
              <a:solidFill>
                <a:schemeClr val="tx1"/>
              </a:solidFill>
              <a:latin typeface="+mn-lt"/>
              <a:ea typeface="Lato" panose="020F0502020204030203" pitchFamily="34" charset="0"/>
              <a:cs typeface="Times New Roman" panose="02020603050405020304" pitchFamily="18" charset="0"/>
            </a:endParaRPr>
          </a:p>
          <a:p>
            <a:pPr marL="342900" indent="-342900" algn="just">
              <a:buFont typeface="Arial" panose="020B0604020202020204" pitchFamily="34" charset="0"/>
              <a:buChar char="•"/>
            </a:pPr>
            <a:r>
              <a:rPr lang="vi-VN" sz="2300" dirty="0">
                <a:solidFill>
                  <a:schemeClr val="tx1"/>
                </a:solidFill>
                <a:latin typeface="+mn-lt"/>
                <a:ea typeface="Lato" panose="020F0502020204030203" pitchFamily="34" charset="0"/>
                <a:cs typeface="Times New Roman" panose="02020603050405020304" pitchFamily="18" charset="0"/>
              </a:rPr>
              <a:t>Đây là loại sự cố hệ thống theo dõi cung cấp một cái nhìn tổng quan tập trung rõ ràng về yêu cầu phát triển và các quốc gia tương ứng của họ.</a:t>
            </a:r>
          </a:p>
        </p:txBody>
      </p:sp>
      <p:sp>
        <p:nvSpPr>
          <p:cNvPr id="5" name="TextBox 4">
            <a:extLst>
              <a:ext uri="{FF2B5EF4-FFF2-40B4-BE49-F238E27FC236}">
                <a16:creationId xmlns:a16="http://schemas.microsoft.com/office/drawing/2014/main" id="{5D026DDE-B8D4-11BE-7C31-8AEF733D6C40}"/>
              </a:ext>
            </a:extLst>
          </p:cNvPr>
          <p:cNvSpPr txBox="1"/>
          <p:nvPr/>
        </p:nvSpPr>
        <p:spPr>
          <a:xfrm>
            <a:off x="217714" y="598204"/>
            <a:ext cx="4971233" cy="830997"/>
          </a:xfrm>
          <a:prstGeom prst="rect">
            <a:avLst/>
          </a:prstGeom>
          <a:noFill/>
        </p:spPr>
        <p:txBody>
          <a:bodyPr wrap="none" rtlCol="0">
            <a:spAutoFit/>
          </a:bodyPr>
          <a:lstStyle/>
          <a:p>
            <a:r>
              <a:rPr lang="en-US" sz="4800" b="1">
                <a:solidFill>
                  <a:srgbClr val="00B0F0"/>
                </a:solidFill>
              </a:rPr>
              <a:t>BUG TRACKING</a:t>
            </a:r>
            <a:endParaRPr lang="en-US" sz="4800" b="1" dirty="0">
              <a:solidFill>
                <a:srgbClr val="00B0F0"/>
              </a:solidFill>
            </a:endParaRP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1030"/>
                                        </p:tgtEl>
                                        <p:attrNameLst>
                                          <p:attrName>style.visibility</p:attrName>
                                        </p:attrNameLst>
                                      </p:cBhvr>
                                      <p:to>
                                        <p:strVal val="visible"/>
                                      </p:to>
                                    </p:set>
                                    <p:anim calcmode="lin" valueType="num">
                                      <p:cBhvr>
                                        <p:cTn id="7" dur="500" fill="hold"/>
                                        <p:tgtEl>
                                          <p:spTgt spid="1030"/>
                                        </p:tgtEl>
                                        <p:attrNameLst>
                                          <p:attrName>ppt_w</p:attrName>
                                        </p:attrNameLst>
                                      </p:cBhvr>
                                      <p:tavLst>
                                        <p:tav tm="0">
                                          <p:val>
                                            <p:fltVal val="0"/>
                                          </p:val>
                                        </p:tav>
                                        <p:tav tm="100000">
                                          <p:val>
                                            <p:strVal val="#ppt_w"/>
                                          </p:val>
                                        </p:tav>
                                      </p:tavLst>
                                    </p:anim>
                                    <p:anim calcmode="lin" valueType="num">
                                      <p:cBhvr>
                                        <p:cTn id="8" dur="500" fill="hold"/>
                                        <p:tgtEl>
                                          <p:spTgt spid="1030"/>
                                        </p:tgtEl>
                                        <p:attrNameLst>
                                          <p:attrName>ppt_h</p:attrName>
                                        </p:attrNameLst>
                                      </p:cBhvr>
                                      <p:tavLst>
                                        <p:tav tm="0">
                                          <p:val>
                                            <p:fltVal val="0"/>
                                          </p:val>
                                        </p:tav>
                                        <p:tav tm="100000">
                                          <p:val>
                                            <p:strVal val="#ppt_h"/>
                                          </p:val>
                                        </p:tav>
                                      </p:tavLst>
                                    </p:anim>
                                    <p:animEffect transition="in" filter="fade">
                                      <p:cBhvr>
                                        <p:cTn id="9" dur="500"/>
                                        <p:tgtEl>
                                          <p:spTgt spid="1030"/>
                                        </p:tgtEl>
                                      </p:cBhvr>
                                    </p:animEffect>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barn(inVertical)">
                                      <p:cBhvr>
                                        <p:cTn id="14" dur="500"/>
                                        <p:tgtEl>
                                          <p:spTgt spid="2">
                                            <p:txEl>
                                              <p:pRg st="0" end="0"/>
                                            </p:txEl>
                                          </p:spTgt>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p:cTn id="17" dur="500" fill="hold"/>
                                        <p:tgtEl>
                                          <p:spTgt spid="7"/>
                                        </p:tgtEl>
                                        <p:attrNameLst>
                                          <p:attrName>ppt_w</p:attrName>
                                        </p:attrNameLst>
                                      </p:cBhvr>
                                      <p:tavLst>
                                        <p:tav tm="0">
                                          <p:val>
                                            <p:fltVal val="0"/>
                                          </p:val>
                                        </p:tav>
                                        <p:tav tm="100000">
                                          <p:val>
                                            <p:strVal val="#ppt_w"/>
                                          </p:val>
                                        </p:tav>
                                      </p:tavLst>
                                    </p:anim>
                                    <p:anim calcmode="lin" valueType="num">
                                      <p:cBhvr>
                                        <p:cTn id="18" dur="500" fill="hold"/>
                                        <p:tgtEl>
                                          <p:spTgt spid="7"/>
                                        </p:tgtEl>
                                        <p:attrNameLst>
                                          <p:attrName>ppt_h</p:attrName>
                                        </p:attrNameLst>
                                      </p:cBhvr>
                                      <p:tavLst>
                                        <p:tav tm="0">
                                          <p:val>
                                            <p:fltVal val="0"/>
                                          </p:val>
                                        </p:tav>
                                        <p:tav tm="100000">
                                          <p:val>
                                            <p:strVal val="#ppt_h"/>
                                          </p:val>
                                        </p:tav>
                                      </p:tavLst>
                                    </p:anim>
                                    <p:animEffect transition="in" filter="fade">
                                      <p:cBhvr>
                                        <p:cTn id="19"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4" name="TextBox 3">
            <a:extLst>
              <a:ext uri="{FF2B5EF4-FFF2-40B4-BE49-F238E27FC236}">
                <a16:creationId xmlns:a16="http://schemas.microsoft.com/office/drawing/2014/main" id="{EC930009-F7AD-4E3A-8167-43FA4CC6357F}"/>
              </a:ext>
            </a:extLst>
          </p:cNvPr>
          <p:cNvSpPr txBox="1"/>
          <p:nvPr/>
        </p:nvSpPr>
        <p:spPr>
          <a:xfrm>
            <a:off x="3277467" y="771897"/>
            <a:ext cx="6135013" cy="646331"/>
          </a:xfrm>
          <a:prstGeom prst="rect">
            <a:avLst/>
          </a:prstGeom>
          <a:noFill/>
        </p:spPr>
        <p:txBody>
          <a:bodyPr wrap="none" rtlCol="0">
            <a:spAutoFit/>
          </a:bodyPr>
          <a:lstStyle/>
          <a:p>
            <a:r>
              <a:rPr lang="en-US" sz="3600" dirty="0">
                <a:solidFill>
                  <a:srgbClr val="00B0F0"/>
                </a:solidFill>
              </a:rPr>
              <a:t>2. Ý </a:t>
            </a:r>
            <a:r>
              <a:rPr lang="en-US" sz="3600" dirty="0" err="1">
                <a:solidFill>
                  <a:srgbClr val="00B0F0"/>
                </a:solidFill>
              </a:rPr>
              <a:t>nghĩa</a:t>
            </a:r>
            <a:r>
              <a:rPr lang="en-US" sz="3600" dirty="0">
                <a:solidFill>
                  <a:srgbClr val="00B0F0"/>
                </a:solidFill>
              </a:rPr>
              <a:t> </a:t>
            </a:r>
            <a:r>
              <a:rPr lang="en-US" sz="3600" dirty="0" err="1">
                <a:solidFill>
                  <a:srgbClr val="00B0F0"/>
                </a:solidFill>
              </a:rPr>
              <a:t>của</a:t>
            </a:r>
            <a:r>
              <a:rPr lang="en-US" sz="3600" dirty="0">
                <a:solidFill>
                  <a:srgbClr val="00B0F0"/>
                </a:solidFill>
              </a:rPr>
              <a:t> Bug Tracking </a:t>
            </a:r>
          </a:p>
        </p:txBody>
      </p:sp>
      <p:sp>
        <p:nvSpPr>
          <p:cNvPr id="6" name="TextBox 5">
            <a:extLst>
              <a:ext uri="{FF2B5EF4-FFF2-40B4-BE49-F238E27FC236}">
                <a16:creationId xmlns:a16="http://schemas.microsoft.com/office/drawing/2014/main" id="{94F49C4D-CA67-4505-A29B-2CEACEB94010}"/>
              </a:ext>
            </a:extLst>
          </p:cNvPr>
          <p:cNvSpPr txBox="1"/>
          <p:nvPr/>
        </p:nvSpPr>
        <p:spPr>
          <a:xfrm>
            <a:off x="380010" y="2215677"/>
            <a:ext cx="8740239" cy="3416320"/>
          </a:xfrm>
          <a:prstGeom prst="rect">
            <a:avLst/>
          </a:prstGeom>
          <a:noFill/>
        </p:spPr>
        <p:txBody>
          <a:bodyPr wrap="square" rtlCol="0">
            <a:spAutoFit/>
          </a:bodyPr>
          <a:lstStyle/>
          <a:p>
            <a:pPr marL="342900" indent="-342900" algn="just">
              <a:buFont typeface="Wingdings" panose="05000000000000000000" pitchFamily="2" charset="2"/>
              <a:buChar char="Ø"/>
            </a:pPr>
            <a:r>
              <a:rPr lang="vi-VN" sz="2400" dirty="0"/>
              <a:t>Theo dõi lỗi cho phép người dùng nhập vào các báo cáo lỗi trực tiếp vào một hệ thống mà các bản ghi và theo dõi họ.</a:t>
            </a:r>
            <a:endParaRPr lang="en-US" sz="2400" dirty="0"/>
          </a:p>
          <a:p>
            <a:pPr marL="342900" indent="-342900" algn="just">
              <a:buFont typeface="Wingdings" panose="05000000000000000000" pitchFamily="2" charset="2"/>
              <a:buChar char="Ø"/>
            </a:pPr>
            <a:endParaRPr lang="en-US" sz="2400" dirty="0"/>
          </a:p>
          <a:p>
            <a:pPr marL="342900" indent="-342900" algn="just">
              <a:buFont typeface="Wingdings" panose="05000000000000000000" pitchFamily="2" charset="2"/>
              <a:buChar char="Ø"/>
            </a:pPr>
            <a:r>
              <a:rPr lang="en-US" sz="2400" dirty="0"/>
              <a:t>S</a:t>
            </a:r>
            <a:r>
              <a:rPr lang="vi-VN" sz="2400" dirty="0"/>
              <a:t>ử dụng thường xuyên của một hệ thống theo dõi lỗi cung cấp một kỷ lục hiệu quả đội ngũ phần mềm.</a:t>
            </a:r>
            <a:endParaRPr lang="en-US" sz="2400" dirty="0"/>
          </a:p>
          <a:p>
            <a:pPr marL="342900" indent="-342900" algn="just">
              <a:buFont typeface="Wingdings" panose="05000000000000000000" pitchFamily="2" charset="2"/>
              <a:buChar char="Ø"/>
            </a:pPr>
            <a:endParaRPr lang="en-US" sz="2400" dirty="0"/>
          </a:p>
          <a:p>
            <a:pPr marL="342900" indent="-342900" algn="just">
              <a:buFont typeface="Wingdings" panose="05000000000000000000" pitchFamily="2" charset="2"/>
              <a:buChar char="Ø"/>
            </a:pPr>
            <a:r>
              <a:rPr lang="en-US" sz="2400" dirty="0"/>
              <a:t>T</a:t>
            </a:r>
            <a:r>
              <a:rPr lang="vi-VN" sz="2400" dirty="0"/>
              <a:t>rackers lỗi địa phương thường được sử dụng bởi các đội của các chuyên gia hỗ trợ ứng dụng để theo dõi các vấn đề thông báo cho các nhà phát triển phần mềm.</a:t>
            </a:r>
            <a:endParaRPr lang="vi-VN" sz="2400" dirty="0">
              <a:ea typeface="Lato Light" panose="020F0502020204030203" pitchFamily="34" charset="0"/>
              <a:cs typeface="Lato Light" panose="020F0502020204030203"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heel(1)">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nodeType="click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 calcmode="lin" valueType="num">
                                      <p:cBhvr>
                                        <p:cTn id="12" dur="500" fill="hold"/>
                                        <p:tgtEl>
                                          <p:spTgt spid="6">
                                            <p:txEl>
                                              <p:pRg st="0" end="0"/>
                                            </p:txEl>
                                          </p:spTgt>
                                        </p:tgtEl>
                                        <p:attrNameLst>
                                          <p:attrName>ppt_w</p:attrName>
                                        </p:attrNameLst>
                                      </p:cBhvr>
                                      <p:tavLst>
                                        <p:tav tm="0">
                                          <p:val>
                                            <p:fltVal val="0"/>
                                          </p:val>
                                        </p:tav>
                                        <p:tav tm="100000">
                                          <p:val>
                                            <p:strVal val="#ppt_w"/>
                                          </p:val>
                                        </p:tav>
                                      </p:tavLst>
                                    </p:anim>
                                    <p:anim calcmode="lin" valueType="num">
                                      <p:cBhvr>
                                        <p:cTn id="13" dur="500" fill="hold"/>
                                        <p:tgtEl>
                                          <p:spTgt spid="6">
                                            <p:txEl>
                                              <p:pRg st="0" end="0"/>
                                            </p:txEl>
                                          </p:spTgt>
                                        </p:tgtEl>
                                        <p:attrNameLst>
                                          <p:attrName>ppt_h</p:attrName>
                                        </p:attrNameLst>
                                      </p:cBhvr>
                                      <p:tavLst>
                                        <p:tav tm="0">
                                          <p:val>
                                            <p:fltVal val="0"/>
                                          </p:val>
                                        </p:tav>
                                        <p:tav tm="100000">
                                          <p:val>
                                            <p:strVal val="#ppt_h"/>
                                          </p:val>
                                        </p:tav>
                                      </p:tavLst>
                                    </p:anim>
                                    <p:animEffect transition="in" filter="fade">
                                      <p:cBhvr>
                                        <p:cTn id="14" dur="500"/>
                                        <p:tgtEl>
                                          <p:spTgt spid="6">
                                            <p:txEl>
                                              <p:pRg st="0" end="0"/>
                                            </p:txEl>
                                          </p:spTgt>
                                        </p:tgtEl>
                                      </p:cBhvr>
                                    </p:animEffect>
                                  </p:childTnLst>
                                </p:cTn>
                              </p:par>
                              <p:par>
                                <p:cTn id="15" presetID="53" presetClass="entr" presetSubtype="16" fill="hold" nodeType="with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 calcmode="lin" valueType="num">
                                      <p:cBhvr>
                                        <p:cTn id="17" dur="500" fill="hold"/>
                                        <p:tgtEl>
                                          <p:spTgt spid="6">
                                            <p:txEl>
                                              <p:pRg st="2" end="2"/>
                                            </p:txEl>
                                          </p:spTgt>
                                        </p:tgtEl>
                                        <p:attrNameLst>
                                          <p:attrName>ppt_w</p:attrName>
                                        </p:attrNameLst>
                                      </p:cBhvr>
                                      <p:tavLst>
                                        <p:tav tm="0">
                                          <p:val>
                                            <p:fltVal val="0"/>
                                          </p:val>
                                        </p:tav>
                                        <p:tav tm="100000">
                                          <p:val>
                                            <p:strVal val="#ppt_w"/>
                                          </p:val>
                                        </p:tav>
                                      </p:tavLst>
                                    </p:anim>
                                    <p:anim calcmode="lin" valueType="num">
                                      <p:cBhvr>
                                        <p:cTn id="18" dur="500" fill="hold"/>
                                        <p:tgtEl>
                                          <p:spTgt spid="6">
                                            <p:txEl>
                                              <p:pRg st="2" end="2"/>
                                            </p:txEl>
                                          </p:spTgt>
                                        </p:tgtEl>
                                        <p:attrNameLst>
                                          <p:attrName>ppt_h</p:attrName>
                                        </p:attrNameLst>
                                      </p:cBhvr>
                                      <p:tavLst>
                                        <p:tav tm="0">
                                          <p:val>
                                            <p:fltVal val="0"/>
                                          </p:val>
                                        </p:tav>
                                        <p:tav tm="100000">
                                          <p:val>
                                            <p:strVal val="#ppt_h"/>
                                          </p:val>
                                        </p:tav>
                                      </p:tavLst>
                                    </p:anim>
                                    <p:animEffect transition="in" filter="fade">
                                      <p:cBhvr>
                                        <p:cTn id="19" dur="500"/>
                                        <p:tgtEl>
                                          <p:spTgt spid="6">
                                            <p:txEl>
                                              <p:pRg st="2" end="2"/>
                                            </p:txEl>
                                          </p:spTgt>
                                        </p:tgtEl>
                                      </p:cBhvr>
                                    </p:animEffect>
                                  </p:childTnLst>
                                </p:cTn>
                              </p:par>
                              <p:par>
                                <p:cTn id="20" presetID="53" presetClass="entr" presetSubtype="16" fill="hold" nodeType="withEffect">
                                  <p:stCondLst>
                                    <p:cond delay="0"/>
                                  </p:stCondLst>
                                  <p:childTnLst>
                                    <p:set>
                                      <p:cBhvr>
                                        <p:cTn id="21" dur="1" fill="hold">
                                          <p:stCondLst>
                                            <p:cond delay="0"/>
                                          </p:stCondLst>
                                        </p:cTn>
                                        <p:tgtEl>
                                          <p:spTgt spid="6">
                                            <p:txEl>
                                              <p:pRg st="4" end="4"/>
                                            </p:txEl>
                                          </p:spTgt>
                                        </p:tgtEl>
                                        <p:attrNameLst>
                                          <p:attrName>style.visibility</p:attrName>
                                        </p:attrNameLst>
                                      </p:cBhvr>
                                      <p:to>
                                        <p:strVal val="visible"/>
                                      </p:to>
                                    </p:set>
                                    <p:anim calcmode="lin" valueType="num">
                                      <p:cBhvr>
                                        <p:cTn id="22" dur="500" fill="hold"/>
                                        <p:tgtEl>
                                          <p:spTgt spid="6">
                                            <p:txEl>
                                              <p:pRg st="4" end="4"/>
                                            </p:txEl>
                                          </p:spTgt>
                                        </p:tgtEl>
                                        <p:attrNameLst>
                                          <p:attrName>ppt_w</p:attrName>
                                        </p:attrNameLst>
                                      </p:cBhvr>
                                      <p:tavLst>
                                        <p:tav tm="0">
                                          <p:val>
                                            <p:fltVal val="0"/>
                                          </p:val>
                                        </p:tav>
                                        <p:tav tm="100000">
                                          <p:val>
                                            <p:strVal val="#ppt_w"/>
                                          </p:val>
                                        </p:tav>
                                      </p:tavLst>
                                    </p:anim>
                                    <p:anim calcmode="lin" valueType="num">
                                      <p:cBhvr>
                                        <p:cTn id="23" dur="500" fill="hold"/>
                                        <p:tgtEl>
                                          <p:spTgt spid="6">
                                            <p:txEl>
                                              <p:pRg st="4" end="4"/>
                                            </p:txEl>
                                          </p:spTgt>
                                        </p:tgtEl>
                                        <p:attrNameLst>
                                          <p:attrName>ppt_h</p:attrName>
                                        </p:attrNameLst>
                                      </p:cBhvr>
                                      <p:tavLst>
                                        <p:tav tm="0">
                                          <p:val>
                                            <p:fltVal val="0"/>
                                          </p:val>
                                        </p:tav>
                                        <p:tav tm="100000">
                                          <p:val>
                                            <p:strVal val="#ppt_h"/>
                                          </p:val>
                                        </p:tav>
                                      </p:tavLst>
                                    </p:anim>
                                    <p:animEffect transition="in" filter="fade">
                                      <p:cBhvr>
                                        <p:cTn id="24" dur="500"/>
                                        <p:tgtEl>
                                          <p:spTgt spid="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6" name="TextBox 5">
            <a:extLst>
              <a:ext uri="{FF2B5EF4-FFF2-40B4-BE49-F238E27FC236}">
                <a16:creationId xmlns:a16="http://schemas.microsoft.com/office/drawing/2014/main" id="{94F49C4D-CA67-4505-A29B-2CEACEB94010}"/>
              </a:ext>
            </a:extLst>
          </p:cNvPr>
          <p:cNvSpPr txBox="1"/>
          <p:nvPr/>
        </p:nvSpPr>
        <p:spPr>
          <a:xfrm>
            <a:off x="380010" y="1721405"/>
            <a:ext cx="8740239" cy="3785652"/>
          </a:xfrm>
          <a:prstGeom prst="rect">
            <a:avLst/>
          </a:prstGeom>
          <a:noFill/>
        </p:spPr>
        <p:txBody>
          <a:bodyPr wrap="square" rtlCol="0">
            <a:spAutoFit/>
          </a:bodyPr>
          <a:lstStyle/>
          <a:p>
            <a:pPr marL="342900" indent="-342900" algn="just">
              <a:buFont typeface="Wingdings" panose="05000000000000000000" pitchFamily="2" charset="2"/>
              <a:buChar char="Ø"/>
            </a:pPr>
            <a:r>
              <a:rPr lang="vi-VN" sz="2400" b="0" i="0">
                <a:solidFill>
                  <a:srgbClr val="1B1B1B"/>
                </a:solidFill>
                <a:effectLst/>
                <a:latin typeface="+mn-lt"/>
              </a:rPr>
              <a:t>Hiện nay, có rất nhiều công cụ hỗ trợ các dự án quản lý task, feature, issue và bug. Phổ biến một trong số đó là công cụ Redmine. </a:t>
            </a:r>
            <a:endParaRPr lang="en-US" sz="2400" b="0" i="0">
              <a:solidFill>
                <a:srgbClr val="1B1B1B"/>
              </a:solidFill>
              <a:effectLst/>
              <a:latin typeface="+mn-lt"/>
            </a:endParaRPr>
          </a:p>
          <a:p>
            <a:pPr marL="342900" indent="-342900" algn="just">
              <a:buFont typeface="Wingdings" panose="05000000000000000000" pitchFamily="2" charset="2"/>
              <a:buChar char="Ø"/>
            </a:pPr>
            <a:endParaRPr lang="en-US" sz="2400" dirty="0"/>
          </a:p>
          <a:p>
            <a:pPr marL="342900" indent="-342900" algn="just">
              <a:buFont typeface="Wingdings" panose="05000000000000000000" pitchFamily="2" charset="2"/>
              <a:buChar char="Ø"/>
            </a:pPr>
            <a:r>
              <a:rPr lang="vi-VN" sz="2400" b="0" i="0">
                <a:solidFill>
                  <a:srgbClr val="1B1B1B"/>
                </a:solidFill>
                <a:effectLst/>
                <a:latin typeface="+mn-lt"/>
              </a:rPr>
              <a:t>Redmine là 1 công cụ để quản lý dự án trên Web, được viết trên Ruby on Rails, cho phép người dùng quản lý nhiều project và tạo ra cả những subproject trong đó. </a:t>
            </a:r>
            <a:endParaRPr lang="en-US" sz="2400" b="0" i="0" dirty="0">
              <a:solidFill>
                <a:srgbClr val="1B1B1B"/>
              </a:solidFill>
              <a:effectLst/>
              <a:latin typeface="+mn-lt"/>
            </a:endParaRPr>
          </a:p>
          <a:p>
            <a:pPr marL="342900" indent="-342900" algn="just">
              <a:buFont typeface="Wingdings" panose="05000000000000000000" pitchFamily="2" charset="2"/>
              <a:buChar char="Ø"/>
            </a:pPr>
            <a:endParaRPr lang="en-US" sz="2400" dirty="0"/>
          </a:p>
          <a:p>
            <a:pPr marL="342900" indent="-342900" algn="just">
              <a:buFont typeface="Wingdings" panose="05000000000000000000" pitchFamily="2" charset="2"/>
              <a:buChar char="Ø"/>
            </a:pPr>
            <a:r>
              <a:rPr lang="en-US" sz="2400" b="0" i="0">
                <a:solidFill>
                  <a:srgbClr val="1B1B1B"/>
                </a:solidFill>
                <a:effectLst/>
                <a:latin typeface="+mn-lt"/>
              </a:rPr>
              <a:t>Sau đây</a:t>
            </a:r>
            <a:r>
              <a:rPr lang="en-US" sz="2400">
                <a:solidFill>
                  <a:srgbClr val="1B1B1B"/>
                </a:solidFill>
                <a:latin typeface="+mn-lt"/>
              </a:rPr>
              <a:t> </a:t>
            </a:r>
            <a:r>
              <a:rPr lang="en-US" sz="2400" b="0" i="0">
                <a:solidFill>
                  <a:srgbClr val="1B1B1B"/>
                </a:solidFill>
                <a:effectLst/>
                <a:latin typeface="+mn-lt"/>
              </a:rPr>
              <a:t>em</a:t>
            </a:r>
            <a:r>
              <a:rPr lang="vi-VN" sz="2400" b="0" i="0">
                <a:solidFill>
                  <a:srgbClr val="1B1B1B"/>
                </a:solidFill>
                <a:effectLst/>
                <a:latin typeface="+mn-lt"/>
              </a:rPr>
              <a:t> tập trung </a:t>
            </a:r>
            <a:r>
              <a:rPr lang="en-US" sz="2400" b="0" i="0">
                <a:solidFill>
                  <a:srgbClr val="1B1B1B"/>
                </a:solidFill>
                <a:effectLst/>
                <a:latin typeface="+mn-lt"/>
              </a:rPr>
              <a:t>rõ hơn về</a:t>
            </a:r>
            <a:r>
              <a:rPr lang="vi-VN" sz="2400" b="0" i="0">
                <a:solidFill>
                  <a:srgbClr val="1B1B1B"/>
                </a:solidFill>
                <a:effectLst/>
                <a:latin typeface="+mn-lt"/>
              </a:rPr>
              <a:t> </a:t>
            </a:r>
            <a:r>
              <a:rPr lang="en-US" sz="2400" b="0" i="0">
                <a:solidFill>
                  <a:srgbClr val="1B1B1B"/>
                </a:solidFill>
                <a:effectLst/>
                <a:latin typeface="+mn-lt"/>
              </a:rPr>
              <a:t>REDMINE</a:t>
            </a:r>
            <a:r>
              <a:rPr lang="vi-VN" sz="2400" b="0" i="0">
                <a:solidFill>
                  <a:srgbClr val="1B1B1B"/>
                </a:solidFill>
                <a:effectLst/>
                <a:latin typeface="+mn-lt"/>
              </a:rPr>
              <a:t> hỗ trợ tester quản lý các bug một cách hiệu quả</a:t>
            </a:r>
            <a:r>
              <a:rPr lang="en-US" sz="2400" b="0" i="0">
                <a:solidFill>
                  <a:srgbClr val="1B1B1B"/>
                </a:solidFill>
                <a:effectLst/>
                <a:latin typeface="+mn-lt"/>
              </a:rPr>
              <a:t>.</a:t>
            </a:r>
            <a:endParaRPr lang="vi-VN" sz="2400" dirty="0">
              <a:ea typeface="Lato Light" panose="020F0502020204030203" pitchFamily="34" charset="0"/>
              <a:cs typeface="Lato Light" panose="020F0502020204030203" pitchFamily="34" charset="0"/>
            </a:endParaRPr>
          </a:p>
        </p:txBody>
      </p:sp>
      <p:sp>
        <p:nvSpPr>
          <p:cNvPr id="5" name="TextBox 4">
            <a:extLst>
              <a:ext uri="{FF2B5EF4-FFF2-40B4-BE49-F238E27FC236}">
                <a16:creationId xmlns:a16="http://schemas.microsoft.com/office/drawing/2014/main" id="{D6A09975-086A-A921-05C9-401C25B7A7B0}"/>
              </a:ext>
            </a:extLst>
          </p:cNvPr>
          <p:cNvSpPr txBox="1"/>
          <p:nvPr/>
        </p:nvSpPr>
        <p:spPr>
          <a:xfrm>
            <a:off x="427954" y="451263"/>
            <a:ext cx="5391219" cy="646331"/>
          </a:xfrm>
          <a:prstGeom prst="rect">
            <a:avLst/>
          </a:prstGeom>
          <a:noFill/>
        </p:spPr>
        <p:txBody>
          <a:bodyPr wrap="none" rtlCol="0">
            <a:spAutoFit/>
          </a:bodyPr>
          <a:lstStyle/>
          <a:p>
            <a:r>
              <a:rPr lang="en-US" sz="3600" dirty="0">
                <a:solidFill>
                  <a:srgbClr val="00B0F0"/>
                </a:solidFill>
              </a:rPr>
              <a:t>3. </a:t>
            </a:r>
            <a:r>
              <a:rPr lang="en-US" sz="3600" dirty="0" err="1">
                <a:solidFill>
                  <a:srgbClr val="00B0F0"/>
                </a:solidFill>
              </a:rPr>
              <a:t>Công</a:t>
            </a:r>
            <a:r>
              <a:rPr lang="en-US" sz="3600" dirty="0">
                <a:solidFill>
                  <a:srgbClr val="00B0F0"/>
                </a:solidFill>
              </a:rPr>
              <a:t> </a:t>
            </a:r>
            <a:r>
              <a:rPr lang="en-US" sz="3600" dirty="0" err="1">
                <a:solidFill>
                  <a:srgbClr val="00B0F0"/>
                </a:solidFill>
              </a:rPr>
              <a:t>cụ</a:t>
            </a:r>
            <a:r>
              <a:rPr lang="en-US" sz="3600" dirty="0">
                <a:solidFill>
                  <a:srgbClr val="00B0F0"/>
                </a:solidFill>
              </a:rPr>
              <a:t> Bug Tracking </a:t>
            </a:r>
          </a:p>
        </p:txBody>
      </p:sp>
    </p:spTree>
    <p:extLst>
      <p:ext uri="{BB962C8B-B14F-4D97-AF65-F5344CB8AC3E}">
        <p14:creationId xmlns:p14="http://schemas.microsoft.com/office/powerpoint/2010/main" val="2490925362"/>
      </p:ext>
    </p:extLst>
  </p:cSld>
  <p:clrMapOvr>
    <a:masterClrMapping/>
  </p:clrMapOvr>
  <mc:AlternateContent xmlns:mc="http://schemas.openxmlformats.org/markup-compatibility/2006" xmlns:p14="http://schemas.microsoft.com/office/powerpoint/2010/main">
    <mc:Choice Requires="p14">
      <p:transition spd="slow" p14:dur="4000">
        <p14:vortex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barn(inVertical)">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Effect transition="in" filter="wipe(down)">
                                      <p:cBhvr>
                                        <p:cTn id="12" dur="500"/>
                                        <p:tgtEl>
                                          <p:spTgt spid="6">
                                            <p:txEl>
                                              <p:pRg st="0" end="0"/>
                                            </p:txEl>
                                          </p:spTgt>
                                        </p:tgtEl>
                                      </p:cBhvr>
                                    </p:animEffect>
                                  </p:childTnLst>
                                </p:cTn>
                              </p:par>
                              <p:par>
                                <p:cTn id="13" presetID="22" presetClass="entr" presetSubtype="4" fill="hold" nodeType="with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animEffect transition="in" filter="wipe(down)">
                                      <p:cBhvr>
                                        <p:cTn id="15" dur="500"/>
                                        <p:tgtEl>
                                          <p:spTgt spid="6">
                                            <p:txEl>
                                              <p:pRg st="2" end="2"/>
                                            </p:txEl>
                                          </p:spTgt>
                                        </p:tgtEl>
                                      </p:cBhvr>
                                    </p:animEffect>
                                  </p:childTnLst>
                                </p:cTn>
                              </p:par>
                              <p:par>
                                <p:cTn id="16" presetID="22" presetClass="entr" presetSubtype="4" fill="hold" nodeType="withEffect">
                                  <p:stCondLst>
                                    <p:cond delay="0"/>
                                  </p:stCondLst>
                                  <p:childTnLst>
                                    <p:set>
                                      <p:cBhvr>
                                        <p:cTn id="17" dur="1" fill="hold">
                                          <p:stCondLst>
                                            <p:cond delay="0"/>
                                          </p:stCondLst>
                                        </p:cTn>
                                        <p:tgtEl>
                                          <p:spTgt spid="6">
                                            <p:txEl>
                                              <p:pRg st="4" end="4"/>
                                            </p:txEl>
                                          </p:spTgt>
                                        </p:tgtEl>
                                        <p:attrNameLst>
                                          <p:attrName>style.visibility</p:attrName>
                                        </p:attrNameLst>
                                      </p:cBhvr>
                                      <p:to>
                                        <p:strVal val="visible"/>
                                      </p:to>
                                    </p:set>
                                    <p:animEffect transition="in" filter="wipe(down)">
                                      <p:cBhvr>
                                        <p:cTn id="18" dur="500"/>
                                        <p:tgtEl>
                                          <p:spTgt spid="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4" name="TextBox 3"/>
          <p:cNvSpPr txBox="1"/>
          <p:nvPr/>
        </p:nvSpPr>
        <p:spPr>
          <a:xfrm>
            <a:off x="307975" y="1121284"/>
            <a:ext cx="3021981" cy="830997"/>
          </a:xfrm>
          <a:prstGeom prst="rect">
            <a:avLst/>
          </a:prstGeom>
          <a:noFill/>
        </p:spPr>
        <p:txBody>
          <a:bodyPr wrap="none" rtlCol="0">
            <a:spAutoFit/>
          </a:bodyPr>
          <a:lstStyle/>
          <a:p>
            <a:r>
              <a:rPr lang="en-US" sz="4800" b="1" dirty="0">
                <a:solidFill>
                  <a:srgbClr val="00B0F0"/>
                </a:solidFill>
              </a:rPr>
              <a:t>REDMINE</a:t>
            </a:r>
          </a:p>
        </p:txBody>
      </p:sp>
      <p:sp>
        <p:nvSpPr>
          <p:cNvPr id="5" name="AutoShape 2" descr="Download Redmine Logo in SVG Vector or PNG File Format - Logo.wine"/>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AutoShape 4" descr="Download Redmine Logo in SVG Vector or PNG File Format - Logo.wine"/>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 name="AutoShape 6" descr="Redmine Integrations for Microsoft Outlook, Microsoft Office 365, Intuit  QuickBooks, Adobe Creative Cloud"/>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 name="AutoShape 8" descr="Redmine Integrations for Microsoft Outlook, Microsoft Office 365, Intuit  QuickBooks, Adobe Creative Cloud"/>
          <p:cNvSpPr>
            <a:spLocks noChangeAspect="1" noChangeArrowheads="1"/>
          </p:cNvSpPr>
          <p:nvPr/>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1" name="Picture 20"/>
          <p:cNvPicPr>
            <a:picLocks noChangeAspect="1"/>
          </p:cNvPicPr>
          <p:nvPr/>
        </p:nvPicPr>
        <p:blipFill>
          <a:blip r:embed="rId3"/>
          <a:stretch>
            <a:fillRect/>
          </a:stretch>
        </p:blipFill>
        <p:spPr>
          <a:xfrm>
            <a:off x="6340413" y="1249797"/>
            <a:ext cx="2521633" cy="2495654"/>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24" name="TextBox 23"/>
          <p:cNvSpPr txBox="1"/>
          <p:nvPr/>
        </p:nvSpPr>
        <p:spPr>
          <a:xfrm>
            <a:off x="765175" y="2205237"/>
            <a:ext cx="5553247" cy="584775"/>
          </a:xfrm>
          <a:prstGeom prst="rect">
            <a:avLst/>
          </a:prstGeom>
          <a:noFill/>
        </p:spPr>
        <p:txBody>
          <a:bodyPr wrap="square" rtlCol="0">
            <a:spAutoFit/>
          </a:bodyPr>
          <a:lstStyle/>
          <a:p>
            <a:r>
              <a:rPr lang="en-US" sz="3200">
                <a:ln w="0"/>
                <a:solidFill>
                  <a:schemeClr val="accent1"/>
                </a:solidFill>
                <a:effectLst>
                  <a:outerShdw blurRad="38100" dist="25400" dir="5400000" algn="ctr" rotWithShape="0">
                    <a:srgbClr val="6E747A">
                      <a:alpha val="43000"/>
                    </a:srgbClr>
                  </a:outerShdw>
                </a:effectLst>
                <a:latin typeface="+mj-lt"/>
              </a:rPr>
              <a:t>1. Tổng quan về REDMINE</a:t>
            </a:r>
            <a:endParaRPr lang="en-US" sz="3200" dirty="0">
              <a:ln w="0"/>
              <a:solidFill>
                <a:schemeClr val="accent1"/>
              </a:solidFill>
              <a:effectLst>
                <a:outerShdw blurRad="38100" dist="25400" dir="5400000" algn="ctr" rotWithShape="0">
                  <a:srgbClr val="6E747A">
                    <a:alpha val="43000"/>
                  </a:srgbClr>
                </a:outerShdw>
              </a:effectLst>
              <a:latin typeface="+mj-lt"/>
            </a:endParaRPr>
          </a:p>
        </p:txBody>
      </p:sp>
      <p:sp>
        <p:nvSpPr>
          <p:cNvPr id="10" name="TextBox 9">
            <a:extLst>
              <a:ext uri="{FF2B5EF4-FFF2-40B4-BE49-F238E27FC236}">
                <a16:creationId xmlns:a16="http://schemas.microsoft.com/office/drawing/2014/main" id="{56AF1732-175B-2B02-3C11-BC2572C30841}"/>
              </a:ext>
            </a:extLst>
          </p:cNvPr>
          <p:cNvSpPr txBox="1"/>
          <p:nvPr/>
        </p:nvSpPr>
        <p:spPr>
          <a:xfrm>
            <a:off x="765175" y="3158509"/>
            <a:ext cx="6356315" cy="3416320"/>
          </a:xfrm>
          <a:prstGeom prst="rect">
            <a:avLst/>
          </a:prstGeom>
          <a:noFill/>
        </p:spPr>
        <p:txBody>
          <a:bodyPr wrap="square" rtlCol="0">
            <a:spAutoFit/>
          </a:bodyPr>
          <a:lstStyle/>
          <a:p>
            <a:pPr marL="342900" indent="-342900">
              <a:buFont typeface="Arial" panose="020B0604020202020204" pitchFamily="34" charset="0"/>
              <a:buChar char="?"/>
            </a:pPr>
            <a:r>
              <a:rPr lang="en-US" sz="1800" i="1">
                <a:latin typeface="+mn-lt"/>
              </a:rPr>
              <a:t>Đầu tiên </a:t>
            </a:r>
            <a:r>
              <a:rPr lang="vi-VN" sz="1800" i="1">
                <a:latin typeface="+mn-lt"/>
              </a:rPr>
              <a:t>REDMINE </a:t>
            </a:r>
            <a:r>
              <a:rPr lang="vi-VN" sz="1800" i="1" dirty="0">
                <a:latin typeface="+mn-lt"/>
              </a:rPr>
              <a:t>là gì ?</a:t>
            </a:r>
            <a:endParaRPr lang="en-US" sz="1800" i="1" dirty="0">
              <a:latin typeface="+mn-lt"/>
            </a:endParaRPr>
          </a:p>
          <a:p>
            <a:pPr marL="342900" indent="-342900">
              <a:buFont typeface="Wingdings" panose="05000000000000000000" pitchFamily="2" charset="2"/>
              <a:buChar char="Ø"/>
            </a:pPr>
            <a:endParaRPr lang="vi-VN" sz="1800" dirty="0">
              <a:latin typeface="+mn-lt"/>
            </a:endParaRPr>
          </a:p>
          <a:p>
            <a:pPr marL="342900" indent="-342900" algn="just">
              <a:buFont typeface="Wingdings" panose="05000000000000000000" pitchFamily="2" charset="2"/>
              <a:buChar char="Ø"/>
            </a:pPr>
            <a:r>
              <a:rPr lang="vi-VN" sz="1800" b="0" i="0" u="none" strike="noStrike">
                <a:solidFill>
                  <a:srgbClr val="000000"/>
                </a:solidFill>
                <a:effectLst/>
                <a:latin typeface="+mn-lt"/>
              </a:rPr>
              <a:t>Redmine là một công cụ được tạo ra nhằm mục đích theo dõi các vấn đề xảy ra của một dự án và quản lý dự án (project management). Redmine hoạt động trên web miễn phí và mã nguồn mở để người dùng dễ dàng sử dụng.</a:t>
            </a:r>
            <a:endParaRPr lang="en-US" sz="1800">
              <a:latin typeface="+mn-lt"/>
            </a:endParaRPr>
          </a:p>
          <a:p>
            <a:pPr marL="342900" indent="-342900" algn="just">
              <a:buFont typeface="Wingdings" panose="05000000000000000000" pitchFamily="2" charset="2"/>
              <a:buChar char="Ø"/>
            </a:pPr>
            <a:r>
              <a:rPr lang="vi-VN" sz="1800" b="0" i="0">
                <a:solidFill>
                  <a:srgbClr val="000000"/>
                </a:solidFill>
                <a:effectLst/>
                <a:latin typeface="+mn-lt"/>
              </a:rPr>
              <a:t>Redmine có vai trò trong việc quản lý các vấn đề như nhiệm vụ, lỗi và yêu cầu hỗ trợ. Thông qua việc sử dụng phần mềm quản lý dự án sẽ dễ dàng hơn cho bạn trong việc báo cáo kết quả hàng ngày với các bộ phần có chức trách cao hơn trong doanh nghiệp</a:t>
            </a:r>
            <a:r>
              <a:rPr lang="en-US" sz="1800">
                <a:latin typeface="+mn-lt"/>
              </a:rPr>
              <a:t>, …</a:t>
            </a:r>
            <a:endParaRPr lang="vi-VN" sz="1800" dirty="0">
              <a:latin typeface="+mn-lt"/>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250">
        <p15:prstTrans prst="origami"/>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500"/>
                                        <p:tgtEl>
                                          <p:spTgt spid="21"/>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24">
                                            <p:txEl>
                                              <p:pRg st="0" end="0"/>
                                            </p:txEl>
                                          </p:spTgt>
                                        </p:tgtEl>
                                        <p:attrNameLst>
                                          <p:attrName>style.visibility</p:attrName>
                                        </p:attrNameLst>
                                      </p:cBhvr>
                                      <p:to>
                                        <p:strVal val="visible"/>
                                      </p:to>
                                    </p:set>
                                    <p:animEffect transition="in" filter="circle(in)">
                                      <p:cBhvr>
                                        <p:cTn id="12" dur="2000"/>
                                        <p:tgtEl>
                                          <p:spTgt spid="24">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nodeType="clickEffect">
                                  <p:stCondLst>
                                    <p:cond delay="0"/>
                                  </p:stCondLst>
                                  <p:childTnLst>
                                    <p:set>
                                      <p:cBhvr>
                                        <p:cTn id="16" dur="1" fill="hold">
                                          <p:stCondLst>
                                            <p:cond delay="0"/>
                                          </p:stCondLst>
                                        </p:cTn>
                                        <p:tgtEl>
                                          <p:spTgt spid="10">
                                            <p:txEl>
                                              <p:pRg st="0" end="0"/>
                                            </p:txEl>
                                          </p:spTgt>
                                        </p:tgtEl>
                                        <p:attrNameLst>
                                          <p:attrName>style.visibility</p:attrName>
                                        </p:attrNameLst>
                                      </p:cBhvr>
                                      <p:to>
                                        <p:strVal val="visible"/>
                                      </p:to>
                                    </p:set>
                                    <p:animEffect transition="in" filter="fade">
                                      <p:cBhvr>
                                        <p:cTn id="17" dur="1000"/>
                                        <p:tgtEl>
                                          <p:spTgt spid="10">
                                            <p:txEl>
                                              <p:pRg st="0" end="0"/>
                                            </p:txEl>
                                          </p:spTgt>
                                        </p:tgtEl>
                                      </p:cBhvr>
                                    </p:animEffect>
                                    <p:anim calcmode="lin" valueType="num">
                                      <p:cBhvr>
                                        <p:cTn id="18"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19" dur="1000" fill="hold"/>
                                        <p:tgtEl>
                                          <p:spTgt spid="10">
                                            <p:txEl>
                                              <p:pRg st="0" end="0"/>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10">
                                            <p:txEl>
                                              <p:pRg st="2" end="2"/>
                                            </p:txEl>
                                          </p:spTgt>
                                        </p:tgtEl>
                                        <p:attrNameLst>
                                          <p:attrName>style.visibility</p:attrName>
                                        </p:attrNameLst>
                                      </p:cBhvr>
                                      <p:to>
                                        <p:strVal val="visible"/>
                                      </p:to>
                                    </p:set>
                                    <p:animEffect transition="in" filter="fade">
                                      <p:cBhvr>
                                        <p:cTn id="22" dur="1000"/>
                                        <p:tgtEl>
                                          <p:spTgt spid="10">
                                            <p:txEl>
                                              <p:pRg st="2" end="2"/>
                                            </p:txEl>
                                          </p:spTgt>
                                        </p:tgtEl>
                                      </p:cBhvr>
                                    </p:animEffect>
                                    <p:anim calcmode="lin" valueType="num">
                                      <p:cBhvr>
                                        <p:cTn id="23"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24" dur="1000" fill="hold"/>
                                        <p:tgtEl>
                                          <p:spTgt spid="10">
                                            <p:txEl>
                                              <p:pRg st="2" end="2"/>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10">
                                            <p:txEl>
                                              <p:pRg st="3" end="3"/>
                                            </p:txEl>
                                          </p:spTgt>
                                        </p:tgtEl>
                                        <p:attrNameLst>
                                          <p:attrName>style.visibility</p:attrName>
                                        </p:attrNameLst>
                                      </p:cBhvr>
                                      <p:to>
                                        <p:strVal val="visible"/>
                                      </p:to>
                                    </p:set>
                                    <p:animEffect transition="in" filter="fade">
                                      <p:cBhvr>
                                        <p:cTn id="27" dur="1000"/>
                                        <p:tgtEl>
                                          <p:spTgt spid="10">
                                            <p:txEl>
                                              <p:pRg st="3" end="3"/>
                                            </p:txEl>
                                          </p:spTgt>
                                        </p:tgtEl>
                                      </p:cBhvr>
                                    </p:animEffect>
                                    <p:anim calcmode="lin" valueType="num">
                                      <p:cBhvr>
                                        <p:cTn id="28" dur="1000" fill="hold"/>
                                        <p:tgtEl>
                                          <p:spTgt spid="10">
                                            <p:txEl>
                                              <p:pRg st="3" end="3"/>
                                            </p:txEl>
                                          </p:spTgt>
                                        </p:tgtEl>
                                        <p:attrNameLst>
                                          <p:attrName>ppt_x</p:attrName>
                                        </p:attrNameLst>
                                      </p:cBhvr>
                                      <p:tavLst>
                                        <p:tav tm="0">
                                          <p:val>
                                            <p:strVal val="#ppt_x"/>
                                          </p:val>
                                        </p:tav>
                                        <p:tav tm="100000">
                                          <p:val>
                                            <p:strVal val="#ppt_x"/>
                                          </p:val>
                                        </p:tav>
                                      </p:tavLst>
                                    </p:anim>
                                    <p:anim calcmode="lin" valueType="num">
                                      <p:cBhvr>
                                        <p:cTn id="29" dur="1000" fill="hold"/>
                                        <p:tgtEl>
                                          <p:spTgt spid="10">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4" name="TextBox 3">
            <a:extLst>
              <a:ext uri="{FF2B5EF4-FFF2-40B4-BE49-F238E27FC236}">
                <a16:creationId xmlns:a16="http://schemas.microsoft.com/office/drawing/2014/main" id="{E58972B7-CD9F-4F21-A596-0BCAD37DD96A}"/>
              </a:ext>
            </a:extLst>
          </p:cNvPr>
          <p:cNvSpPr txBox="1"/>
          <p:nvPr/>
        </p:nvSpPr>
        <p:spPr>
          <a:xfrm>
            <a:off x="2814962" y="94219"/>
            <a:ext cx="6552695" cy="584775"/>
          </a:xfrm>
          <a:prstGeom prst="rect">
            <a:avLst/>
          </a:prstGeom>
          <a:noFill/>
        </p:spPr>
        <p:txBody>
          <a:bodyPr wrap="square" rtlCol="0">
            <a:spAutoFit/>
          </a:bodyPr>
          <a:lstStyle/>
          <a:p>
            <a:pPr algn="ctr"/>
            <a:r>
              <a:rPr lang="en-US" sz="3200">
                <a:ln w="0"/>
                <a:solidFill>
                  <a:schemeClr val="accent1"/>
                </a:solidFill>
                <a:effectLst>
                  <a:outerShdw blurRad="38100" dist="25400" dir="5400000" algn="ctr" rotWithShape="0">
                    <a:srgbClr val="6E747A">
                      <a:alpha val="43000"/>
                    </a:srgbClr>
                  </a:outerShdw>
                </a:effectLst>
                <a:latin typeface="+mj-lt"/>
              </a:rPr>
              <a:t>2. Tại sao chọn REDMINE</a:t>
            </a:r>
            <a:endParaRPr lang="en-US" sz="3200" dirty="0">
              <a:ln w="0"/>
              <a:solidFill>
                <a:schemeClr val="accent1"/>
              </a:solidFill>
              <a:effectLst>
                <a:outerShdw blurRad="38100" dist="25400" dir="5400000" algn="ctr" rotWithShape="0">
                  <a:srgbClr val="6E747A">
                    <a:alpha val="43000"/>
                  </a:srgbClr>
                </a:outerShdw>
              </a:effectLst>
              <a:latin typeface="+mj-lt"/>
            </a:endParaRPr>
          </a:p>
        </p:txBody>
      </p:sp>
      <p:sp>
        <p:nvSpPr>
          <p:cNvPr id="8" name="TextBox 7">
            <a:extLst>
              <a:ext uri="{FF2B5EF4-FFF2-40B4-BE49-F238E27FC236}">
                <a16:creationId xmlns:a16="http://schemas.microsoft.com/office/drawing/2014/main" id="{D71621AD-7C64-45BC-8B49-FCA9A23BF361}"/>
              </a:ext>
            </a:extLst>
          </p:cNvPr>
          <p:cNvSpPr txBox="1"/>
          <p:nvPr/>
        </p:nvSpPr>
        <p:spPr>
          <a:xfrm>
            <a:off x="1232037" y="1471811"/>
            <a:ext cx="8060243" cy="4893647"/>
          </a:xfrm>
          <a:prstGeom prst="rect">
            <a:avLst/>
          </a:prstGeom>
          <a:noFill/>
        </p:spPr>
        <p:txBody>
          <a:bodyPr wrap="square" rtlCol="0">
            <a:spAutoFit/>
          </a:bodyPr>
          <a:lstStyle/>
          <a:p>
            <a:pPr marL="342900" indent="-342900" algn="just">
              <a:buFont typeface="Wingdings" panose="05000000000000000000" pitchFamily="2" charset="2"/>
              <a:buChar char="Ø"/>
            </a:pPr>
            <a:r>
              <a:rPr lang="vi-VN" sz="2400"/>
              <a:t>Trong thực tế khi </a:t>
            </a:r>
            <a:r>
              <a:rPr lang="en-US" sz="2400"/>
              <a:t>ta</a:t>
            </a:r>
            <a:r>
              <a:rPr lang="vi-VN" sz="2400"/>
              <a:t> thực hiện làm dự án phần mềm với nhóm thì chúng ta cần phải có một hệ thống quản trị công việc. Để đáp ứng được nhu cầu này thì chúng ta có thể có một số lựa chọn các phần mềm quản trị như:</a:t>
            </a:r>
          </a:p>
          <a:p>
            <a:pPr marL="342900" indent="-342900" algn="just">
              <a:buFont typeface="Wingdings" panose="05000000000000000000" pitchFamily="2" charset="2"/>
              <a:buChar char="§"/>
            </a:pPr>
            <a:r>
              <a:rPr lang="vi-VN" sz="2400"/>
              <a:t>Atlassian.com</a:t>
            </a:r>
          </a:p>
          <a:p>
            <a:pPr marL="342900" indent="-342900" algn="just">
              <a:buFont typeface="Wingdings" panose="05000000000000000000" pitchFamily="2" charset="2"/>
              <a:buChar char="§"/>
            </a:pPr>
            <a:r>
              <a:rPr lang="vi-VN" sz="2400"/>
              <a:t>Clickup.com</a:t>
            </a:r>
          </a:p>
          <a:p>
            <a:pPr marL="342900" indent="-342900" algn="just">
              <a:buFont typeface="Wingdings" panose="05000000000000000000" pitchFamily="2" charset="2"/>
              <a:buChar char="§"/>
            </a:pPr>
            <a:r>
              <a:rPr lang="vi-VN" sz="2400"/>
              <a:t>Asana.com</a:t>
            </a:r>
          </a:p>
          <a:p>
            <a:pPr marL="342900" indent="-342900" algn="just">
              <a:buFont typeface="Wingdings" panose="05000000000000000000" pitchFamily="2" charset="2"/>
              <a:buChar char="§"/>
            </a:pPr>
            <a:r>
              <a:rPr lang="vi-VN" sz="2400"/>
              <a:t>Monday.com</a:t>
            </a:r>
          </a:p>
          <a:p>
            <a:pPr marL="342900" indent="-342900" algn="just">
              <a:buFont typeface="Wingdings" panose="05000000000000000000" pitchFamily="2" charset="2"/>
              <a:buChar char="§"/>
            </a:pPr>
            <a:r>
              <a:rPr lang="vi-VN" sz="2400"/>
              <a:t>Trello.com</a:t>
            </a:r>
          </a:p>
          <a:p>
            <a:pPr marL="342900" indent="-342900" algn="just">
              <a:buFont typeface="Wingdings" panose="05000000000000000000" pitchFamily="2" charset="2"/>
              <a:buChar char="Ø"/>
            </a:pPr>
            <a:r>
              <a:rPr lang="vi-VN" sz="2400"/>
              <a:t>Các hệ thống này thường sẽ cho </a:t>
            </a:r>
            <a:r>
              <a:rPr lang="en-US" sz="2400"/>
              <a:t>mình</a:t>
            </a:r>
            <a:r>
              <a:rPr lang="vi-VN" sz="2400"/>
              <a:t> free với số lượng account nhất định, hoặc giới hạn tính năng, chứ không hỗ trợ nhiều nếu version </a:t>
            </a:r>
            <a:r>
              <a:rPr lang="en-US" sz="2400"/>
              <a:t>mình</a:t>
            </a:r>
            <a:r>
              <a:rPr lang="vi-VN" sz="2400"/>
              <a:t> dùng không phải là trả phí.</a:t>
            </a:r>
          </a:p>
        </p:txBody>
      </p:sp>
    </p:spTree>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grpId="0" nodeType="clickEffect">
                                  <p:stCondLst>
                                    <p:cond delay="0"/>
                                  </p:stCondLst>
                                  <p:childTnLst>
                                    <p:animMotion origin="layout" path="M 3.54167E-6 1.85185E-6 L 3.54167E-6 -0.69954 " pathEditMode="relative" rAng="0" ptsTypes="AA">
                                      <p:cBhvr>
                                        <p:cTn id="6" dur="2000" fill="hold"/>
                                        <p:tgtEl>
                                          <p:spTgt spid="8"/>
                                        </p:tgtEl>
                                        <p:attrNameLst>
                                          <p:attrName>ppt_x</p:attrName>
                                          <p:attrName>ppt_y</p:attrName>
                                        </p:attrNameLst>
                                      </p:cBhvr>
                                      <p:rCtr x="0" y="-34977"/>
                                    </p:animMotion>
                                  </p:childTnLst>
                                </p:cTn>
                              </p:par>
                            </p:childTnLst>
                          </p:cTn>
                        </p:par>
                      </p:childTnLst>
                    </p:cTn>
                  </p:par>
                  <p:par>
                    <p:cTn id="7" fill="hold">
                      <p:stCondLst>
                        <p:cond delay="indefinite"/>
                      </p:stCondLst>
                      <p:childTnLst>
                        <p:par>
                          <p:cTn id="8" fill="hold">
                            <p:stCondLst>
                              <p:cond delay="0"/>
                            </p:stCondLst>
                            <p:childTnLst>
                              <p:par>
                                <p:cTn id="9" presetID="21" presetClass="entr" presetSubtype="1"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wheel(1)">
                                      <p:cBhvr>
                                        <p:cTn id="11" dur="2000"/>
                                        <p:tgtEl>
                                          <p:spTgt spid="4"/>
                                        </p:tgtEl>
                                      </p:cBhvr>
                                    </p:animEffect>
                                  </p:childTnLst>
                                </p:cTn>
                              </p:par>
                            </p:childTnLst>
                          </p:cTn>
                        </p:par>
                      </p:childTnLst>
                    </p:cTn>
                  </p:par>
                  <p:par>
                    <p:cTn id="12" fill="hold">
                      <p:stCondLst>
                        <p:cond delay="indefinite"/>
                      </p:stCondLst>
                      <p:childTnLst>
                        <p:par>
                          <p:cTn id="13" fill="hold">
                            <p:stCondLst>
                              <p:cond delay="0"/>
                            </p:stCondLst>
                            <p:childTnLst>
                              <p:par>
                                <p:cTn id="14" presetID="31" presetClass="entr" presetSubtype="0" fill="hold" nodeType="clickEffect">
                                  <p:stCondLst>
                                    <p:cond delay="0"/>
                                  </p:stCondLst>
                                  <p:childTnLst>
                                    <p:set>
                                      <p:cBhvr>
                                        <p:cTn id="15" dur="1" fill="hold">
                                          <p:stCondLst>
                                            <p:cond delay="0"/>
                                          </p:stCondLst>
                                        </p:cTn>
                                        <p:tgtEl>
                                          <p:spTgt spid="8">
                                            <p:txEl>
                                              <p:pRg st="0" end="0"/>
                                            </p:txEl>
                                          </p:spTgt>
                                        </p:tgtEl>
                                        <p:attrNameLst>
                                          <p:attrName>style.visibility</p:attrName>
                                        </p:attrNameLst>
                                      </p:cBhvr>
                                      <p:to>
                                        <p:strVal val="visible"/>
                                      </p:to>
                                    </p:set>
                                    <p:anim calcmode="lin" valueType="num">
                                      <p:cBhvr>
                                        <p:cTn id="16" dur="1000" fill="hold"/>
                                        <p:tgtEl>
                                          <p:spTgt spid="8">
                                            <p:txEl>
                                              <p:pRg st="0" end="0"/>
                                            </p:txEl>
                                          </p:spTgt>
                                        </p:tgtEl>
                                        <p:attrNameLst>
                                          <p:attrName>ppt_w</p:attrName>
                                        </p:attrNameLst>
                                      </p:cBhvr>
                                      <p:tavLst>
                                        <p:tav tm="0">
                                          <p:val>
                                            <p:fltVal val="0"/>
                                          </p:val>
                                        </p:tav>
                                        <p:tav tm="100000">
                                          <p:val>
                                            <p:strVal val="#ppt_w"/>
                                          </p:val>
                                        </p:tav>
                                      </p:tavLst>
                                    </p:anim>
                                    <p:anim calcmode="lin" valueType="num">
                                      <p:cBhvr>
                                        <p:cTn id="17" dur="1000" fill="hold"/>
                                        <p:tgtEl>
                                          <p:spTgt spid="8">
                                            <p:txEl>
                                              <p:pRg st="0" end="0"/>
                                            </p:txEl>
                                          </p:spTgt>
                                        </p:tgtEl>
                                        <p:attrNameLst>
                                          <p:attrName>ppt_h</p:attrName>
                                        </p:attrNameLst>
                                      </p:cBhvr>
                                      <p:tavLst>
                                        <p:tav tm="0">
                                          <p:val>
                                            <p:fltVal val="0"/>
                                          </p:val>
                                        </p:tav>
                                        <p:tav tm="100000">
                                          <p:val>
                                            <p:strVal val="#ppt_h"/>
                                          </p:val>
                                        </p:tav>
                                      </p:tavLst>
                                    </p:anim>
                                    <p:anim calcmode="lin" valueType="num">
                                      <p:cBhvr>
                                        <p:cTn id="18" dur="1000" fill="hold"/>
                                        <p:tgtEl>
                                          <p:spTgt spid="8">
                                            <p:txEl>
                                              <p:pRg st="0" end="0"/>
                                            </p:txEl>
                                          </p:spTgt>
                                        </p:tgtEl>
                                        <p:attrNameLst>
                                          <p:attrName>style.rotation</p:attrName>
                                        </p:attrNameLst>
                                      </p:cBhvr>
                                      <p:tavLst>
                                        <p:tav tm="0">
                                          <p:val>
                                            <p:fltVal val="90"/>
                                          </p:val>
                                        </p:tav>
                                        <p:tav tm="100000">
                                          <p:val>
                                            <p:fltVal val="0"/>
                                          </p:val>
                                        </p:tav>
                                      </p:tavLst>
                                    </p:anim>
                                    <p:animEffect transition="in" filter="fade">
                                      <p:cBhvr>
                                        <p:cTn id="19" dur="1000"/>
                                        <p:tgtEl>
                                          <p:spTgt spid="8">
                                            <p:txEl>
                                              <p:pRg st="0" end="0"/>
                                            </p:txEl>
                                          </p:spTgt>
                                        </p:tgtEl>
                                      </p:cBhvr>
                                    </p:animEffect>
                                  </p:childTnLst>
                                </p:cTn>
                              </p:par>
                              <p:par>
                                <p:cTn id="20" presetID="31" presetClass="entr" presetSubtype="0" fill="hold" nodeType="withEffect">
                                  <p:stCondLst>
                                    <p:cond delay="0"/>
                                  </p:stCondLst>
                                  <p:childTnLst>
                                    <p:set>
                                      <p:cBhvr>
                                        <p:cTn id="21" dur="1" fill="hold">
                                          <p:stCondLst>
                                            <p:cond delay="0"/>
                                          </p:stCondLst>
                                        </p:cTn>
                                        <p:tgtEl>
                                          <p:spTgt spid="8">
                                            <p:txEl>
                                              <p:pRg st="1" end="1"/>
                                            </p:txEl>
                                          </p:spTgt>
                                        </p:tgtEl>
                                        <p:attrNameLst>
                                          <p:attrName>style.visibility</p:attrName>
                                        </p:attrNameLst>
                                      </p:cBhvr>
                                      <p:to>
                                        <p:strVal val="visible"/>
                                      </p:to>
                                    </p:set>
                                    <p:anim calcmode="lin" valueType="num">
                                      <p:cBhvr>
                                        <p:cTn id="22" dur="1000" fill="hold"/>
                                        <p:tgtEl>
                                          <p:spTgt spid="8">
                                            <p:txEl>
                                              <p:pRg st="1" end="1"/>
                                            </p:txEl>
                                          </p:spTgt>
                                        </p:tgtEl>
                                        <p:attrNameLst>
                                          <p:attrName>ppt_w</p:attrName>
                                        </p:attrNameLst>
                                      </p:cBhvr>
                                      <p:tavLst>
                                        <p:tav tm="0">
                                          <p:val>
                                            <p:fltVal val="0"/>
                                          </p:val>
                                        </p:tav>
                                        <p:tav tm="100000">
                                          <p:val>
                                            <p:strVal val="#ppt_w"/>
                                          </p:val>
                                        </p:tav>
                                      </p:tavLst>
                                    </p:anim>
                                    <p:anim calcmode="lin" valueType="num">
                                      <p:cBhvr>
                                        <p:cTn id="23" dur="1000" fill="hold"/>
                                        <p:tgtEl>
                                          <p:spTgt spid="8">
                                            <p:txEl>
                                              <p:pRg st="1" end="1"/>
                                            </p:txEl>
                                          </p:spTgt>
                                        </p:tgtEl>
                                        <p:attrNameLst>
                                          <p:attrName>ppt_h</p:attrName>
                                        </p:attrNameLst>
                                      </p:cBhvr>
                                      <p:tavLst>
                                        <p:tav tm="0">
                                          <p:val>
                                            <p:fltVal val="0"/>
                                          </p:val>
                                        </p:tav>
                                        <p:tav tm="100000">
                                          <p:val>
                                            <p:strVal val="#ppt_h"/>
                                          </p:val>
                                        </p:tav>
                                      </p:tavLst>
                                    </p:anim>
                                    <p:anim calcmode="lin" valueType="num">
                                      <p:cBhvr>
                                        <p:cTn id="24" dur="1000" fill="hold"/>
                                        <p:tgtEl>
                                          <p:spTgt spid="8">
                                            <p:txEl>
                                              <p:pRg st="1" end="1"/>
                                            </p:txEl>
                                          </p:spTgt>
                                        </p:tgtEl>
                                        <p:attrNameLst>
                                          <p:attrName>style.rotation</p:attrName>
                                        </p:attrNameLst>
                                      </p:cBhvr>
                                      <p:tavLst>
                                        <p:tav tm="0">
                                          <p:val>
                                            <p:fltVal val="90"/>
                                          </p:val>
                                        </p:tav>
                                        <p:tav tm="100000">
                                          <p:val>
                                            <p:fltVal val="0"/>
                                          </p:val>
                                        </p:tav>
                                      </p:tavLst>
                                    </p:anim>
                                    <p:animEffect transition="in" filter="fade">
                                      <p:cBhvr>
                                        <p:cTn id="25" dur="1000"/>
                                        <p:tgtEl>
                                          <p:spTgt spid="8">
                                            <p:txEl>
                                              <p:pRg st="1" end="1"/>
                                            </p:txEl>
                                          </p:spTgt>
                                        </p:tgtEl>
                                      </p:cBhvr>
                                    </p:animEffect>
                                  </p:childTnLst>
                                </p:cTn>
                              </p:par>
                              <p:par>
                                <p:cTn id="26" presetID="31" presetClass="entr" presetSubtype="0" fill="hold" nodeType="withEffect">
                                  <p:stCondLst>
                                    <p:cond delay="0"/>
                                  </p:stCondLst>
                                  <p:childTnLst>
                                    <p:set>
                                      <p:cBhvr>
                                        <p:cTn id="27" dur="1" fill="hold">
                                          <p:stCondLst>
                                            <p:cond delay="0"/>
                                          </p:stCondLst>
                                        </p:cTn>
                                        <p:tgtEl>
                                          <p:spTgt spid="8">
                                            <p:txEl>
                                              <p:pRg st="2" end="2"/>
                                            </p:txEl>
                                          </p:spTgt>
                                        </p:tgtEl>
                                        <p:attrNameLst>
                                          <p:attrName>style.visibility</p:attrName>
                                        </p:attrNameLst>
                                      </p:cBhvr>
                                      <p:to>
                                        <p:strVal val="visible"/>
                                      </p:to>
                                    </p:set>
                                    <p:anim calcmode="lin" valueType="num">
                                      <p:cBhvr>
                                        <p:cTn id="28" dur="1000" fill="hold"/>
                                        <p:tgtEl>
                                          <p:spTgt spid="8">
                                            <p:txEl>
                                              <p:pRg st="2" end="2"/>
                                            </p:txEl>
                                          </p:spTgt>
                                        </p:tgtEl>
                                        <p:attrNameLst>
                                          <p:attrName>ppt_w</p:attrName>
                                        </p:attrNameLst>
                                      </p:cBhvr>
                                      <p:tavLst>
                                        <p:tav tm="0">
                                          <p:val>
                                            <p:fltVal val="0"/>
                                          </p:val>
                                        </p:tav>
                                        <p:tav tm="100000">
                                          <p:val>
                                            <p:strVal val="#ppt_w"/>
                                          </p:val>
                                        </p:tav>
                                      </p:tavLst>
                                    </p:anim>
                                    <p:anim calcmode="lin" valueType="num">
                                      <p:cBhvr>
                                        <p:cTn id="29" dur="1000" fill="hold"/>
                                        <p:tgtEl>
                                          <p:spTgt spid="8">
                                            <p:txEl>
                                              <p:pRg st="2" end="2"/>
                                            </p:txEl>
                                          </p:spTgt>
                                        </p:tgtEl>
                                        <p:attrNameLst>
                                          <p:attrName>ppt_h</p:attrName>
                                        </p:attrNameLst>
                                      </p:cBhvr>
                                      <p:tavLst>
                                        <p:tav tm="0">
                                          <p:val>
                                            <p:fltVal val="0"/>
                                          </p:val>
                                        </p:tav>
                                        <p:tav tm="100000">
                                          <p:val>
                                            <p:strVal val="#ppt_h"/>
                                          </p:val>
                                        </p:tav>
                                      </p:tavLst>
                                    </p:anim>
                                    <p:anim calcmode="lin" valueType="num">
                                      <p:cBhvr>
                                        <p:cTn id="30" dur="1000" fill="hold"/>
                                        <p:tgtEl>
                                          <p:spTgt spid="8">
                                            <p:txEl>
                                              <p:pRg st="2" end="2"/>
                                            </p:txEl>
                                          </p:spTgt>
                                        </p:tgtEl>
                                        <p:attrNameLst>
                                          <p:attrName>style.rotation</p:attrName>
                                        </p:attrNameLst>
                                      </p:cBhvr>
                                      <p:tavLst>
                                        <p:tav tm="0">
                                          <p:val>
                                            <p:fltVal val="90"/>
                                          </p:val>
                                        </p:tav>
                                        <p:tav tm="100000">
                                          <p:val>
                                            <p:fltVal val="0"/>
                                          </p:val>
                                        </p:tav>
                                      </p:tavLst>
                                    </p:anim>
                                    <p:animEffect transition="in" filter="fade">
                                      <p:cBhvr>
                                        <p:cTn id="31" dur="1000"/>
                                        <p:tgtEl>
                                          <p:spTgt spid="8">
                                            <p:txEl>
                                              <p:pRg st="2" end="2"/>
                                            </p:txEl>
                                          </p:spTgt>
                                        </p:tgtEl>
                                      </p:cBhvr>
                                    </p:animEffect>
                                  </p:childTnLst>
                                </p:cTn>
                              </p:par>
                              <p:par>
                                <p:cTn id="32" presetID="31" presetClass="entr" presetSubtype="0" fill="hold" nodeType="withEffect">
                                  <p:stCondLst>
                                    <p:cond delay="0"/>
                                  </p:stCondLst>
                                  <p:childTnLst>
                                    <p:set>
                                      <p:cBhvr>
                                        <p:cTn id="33" dur="1" fill="hold">
                                          <p:stCondLst>
                                            <p:cond delay="0"/>
                                          </p:stCondLst>
                                        </p:cTn>
                                        <p:tgtEl>
                                          <p:spTgt spid="8">
                                            <p:txEl>
                                              <p:pRg st="3" end="3"/>
                                            </p:txEl>
                                          </p:spTgt>
                                        </p:tgtEl>
                                        <p:attrNameLst>
                                          <p:attrName>style.visibility</p:attrName>
                                        </p:attrNameLst>
                                      </p:cBhvr>
                                      <p:to>
                                        <p:strVal val="visible"/>
                                      </p:to>
                                    </p:set>
                                    <p:anim calcmode="lin" valueType="num">
                                      <p:cBhvr>
                                        <p:cTn id="34" dur="1000" fill="hold"/>
                                        <p:tgtEl>
                                          <p:spTgt spid="8">
                                            <p:txEl>
                                              <p:pRg st="3" end="3"/>
                                            </p:txEl>
                                          </p:spTgt>
                                        </p:tgtEl>
                                        <p:attrNameLst>
                                          <p:attrName>ppt_w</p:attrName>
                                        </p:attrNameLst>
                                      </p:cBhvr>
                                      <p:tavLst>
                                        <p:tav tm="0">
                                          <p:val>
                                            <p:fltVal val="0"/>
                                          </p:val>
                                        </p:tav>
                                        <p:tav tm="100000">
                                          <p:val>
                                            <p:strVal val="#ppt_w"/>
                                          </p:val>
                                        </p:tav>
                                      </p:tavLst>
                                    </p:anim>
                                    <p:anim calcmode="lin" valueType="num">
                                      <p:cBhvr>
                                        <p:cTn id="35" dur="1000" fill="hold"/>
                                        <p:tgtEl>
                                          <p:spTgt spid="8">
                                            <p:txEl>
                                              <p:pRg st="3" end="3"/>
                                            </p:txEl>
                                          </p:spTgt>
                                        </p:tgtEl>
                                        <p:attrNameLst>
                                          <p:attrName>ppt_h</p:attrName>
                                        </p:attrNameLst>
                                      </p:cBhvr>
                                      <p:tavLst>
                                        <p:tav tm="0">
                                          <p:val>
                                            <p:fltVal val="0"/>
                                          </p:val>
                                        </p:tav>
                                        <p:tav tm="100000">
                                          <p:val>
                                            <p:strVal val="#ppt_h"/>
                                          </p:val>
                                        </p:tav>
                                      </p:tavLst>
                                    </p:anim>
                                    <p:anim calcmode="lin" valueType="num">
                                      <p:cBhvr>
                                        <p:cTn id="36" dur="1000" fill="hold"/>
                                        <p:tgtEl>
                                          <p:spTgt spid="8">
                                            <p:txEl>
                                              <p:pRg st="3" end="3"/>
                                            </p:txEl>
                                          </p:spTgt>
                                        </p:tgtEl>
                                        <p:attrNameLst>
                                          <p:attrName>style.rotation</p:attrName>
                                        </p:attrNameLst>
                                      </p:cBhvr>
                                      <p:tavLst>
                                        <p:tav tm="0">
                                          <p:val>
                                            <p:fltVal val="90"/>
                                          </p:val>
                                        </p:tav>
                                        <p:tav tm="100000">
                                          <p:val>
                                            <p:fltVal val="0"/>
                                          </p:val>
                                        </p:tav>
                                      </p:tavLst>
                                    </p:anim>
                                    <p:animEffect transition="in" filter="fade">
                                      <p:cBhvr>
                                        <p:cTn id="37" dur="1000"/>
                                        <p:tgtEl>
                                          <p:spTgt spid="8">
                                            <p:txEl>
                                              <p:pRg st="3" end="3"/>
                                            </p:txEl>
                                          </p:spTgt>
                                        </p:tgtEl>
                                      </p:cBhvr>
                                    </p:animEffect>
                                  </p:childTnLst>
                                </p:cTn>
                              </p:par>
                              <p:par>
                                <p:cTn id="38" presetID="31" presetClass="entr" presetSubtype="0" fill="hold" nodeType="withEffect">
                                  <p:stCondLst>
                                    <p:cond delay="0"/>
                                  </p:stCondLst>
                                  <p:childTnLst>
                                    <p:set>
                                      <p:cBhvr>
                                        <p:cTn id="39" dur="1" fill="hold">
                                          <p:stCondLst>
                                            <p:cond delay="0"/>
                                          </p:stCondLst>
                                        </p:cTn>
                                        <p:tgtEl>
                                          <p:spTgt spid="8">
                                            <p:txEl>
                                              <p:pRg st="4" end="4"/>
                                            </p:txEl>
                                          </p:spTgt>
                                        </p:tgtEl>
                                        <p:attrNameLst>
                                          <p:attrName>style.visibility</p:attrName>
                                        </p:attrNameLst>
                                      </p:cBhvr>
                                      <p:to>
                                        <p:strVal val="visible"/>
                                      </p:to>
                                    </p:set>
                                    <p:anim calcmode="lin" valueType="num">
                                      <p:cBhvr>
                                        <p:cTn id="40" dur="1000" fill="hold"/>
                                        <p:tgtEl>
                                          <p:spTgt spid="8">
                                            <p:txEl>
                                              <p:pRg st="4" end="4"/>
                                            </p:txEl>
                                          </p:spTgt>
                                        </p:tgtEl>
                                        <p:attrNameLst>
                                          <p:attrName>ppt_w</p:attrName>
                                        </p:attrNameLst>
                                      </p:cBhvr>
                                      <p:tavLst>
                                        <p:tav tm="0">
                                          <p:val>
                                            <p:fltVal val="0"/>
                                          </p:val>
                                        </p:tav>
                                        <p:tav tm="100000">
                                          <p:val>
                                            <p:strVal val="#ppt_w"/>
                                          </p:val>
                                        </p:tav>
                                      </p:tavLst>
                                    </p:anim>
                                    <p:anim calcmode="lin" valueType="num">
                                      <p:cBhvr>
                                        <p:cTn id="41" dur="1000" fill="hold"/>
                                        <p:tgtEl>
                                          <p:spTgt spid="8">
                                            <p:txEl>
                                              <p:pRg st="4" end="4"/>
                                            </p:txEl>
                                          </p:spTgt>
                                        </p:tgtEl>
                                        <p:attrNameLst>
                                          <p:attrName>ppt_h</p:attrName>
                                        </p:attrNameLst>
                                      </p:cBhvr>
                                      <p:tavLst>
                                        <p:tav tm="0">
                                          <p:val>
                                            <p:fltVal val="0"/>
                                          </p:val>
                                        </p:tav>
                                        <p:tav tm="100000">
                                          <p:val>
                                            <p:strVal val="#ppt_h"/>
                                          </p:val>
                                        </p:tav>
                                      </p:tavLst>
                                    </p:anim>
                                    <p:anim calcmode="lin" valueType="num">
                                      <p:cBhvr>
                                        <p:cTn id="42" dur="1000" fill="hold"/>
                                        <p:tgtEl>
                                          <p:spTgt spid="8">
                                            <p:txEl>
                                              <p:pRg st="4" end="4"/>
                                            </p:txEl>
                                          </p:spTgt>
                                        </p:tgtEl>
                                        <p:attrNameLst>
                                          <p:attrName>style.rotation</p:attrName>
                                        </p:attrNameLst>
                                      </p:cBhvr>
                                      <p:tavLst>
                                        <p:tav tm="0">
                                          <p:val>
                                            <p:fltVal val="90"/>
                                          </p:val>
                                        </p:tav>
                                        <p:tav tm="100000">
                                          <p:val>
                                            <p:fltVal val="0"/>
                                          </p:val>
                                        </p:tav>
                                      </p:tavLst>
                                    </p:anim>
                                    <p:animEffect transition="in" filter="fade">
                                      <p:cBhvr>
                                        <p:cTn id="43" dur="1000"/>
                                        <p:tgtEl>
                                          <p:spTgt spid="8">
                                            <p:txEl>
                                              <p:pRg st="4" end="4"/>
                                            </p:txEl>
                                          </p:spTgt>
                                        </p:tgtEl>
                                      </p:cBhvr>
                                    </p:animEffect>
                                  </p:childTnLst>
                                </p:cTn>
                              </p:par>
                              <p:par>
                                <p:cTn id="44" presetID="31" presetClass="entr" presetSubtype="0" fill="hold" nodeType="withEffect">
                                  <p:stCondLst>
                                    <p:cond delay="0"/>
                                  </p:stCondLst>
                                  <p:childTnLst>
                                    <p:set>
                                      <p:cBhvr>
                                        <p:cTn id="45" dur="1" fill="hold">
                                          <p:stCondLst>
                                            <p:cond delay="0"/>
                                          </p:stCondLst>
                                        </p:cTn>
                                        <p:tgtEl>
                                          <p:spTgt spid="8">
                                            <p:txEl>
                                              <p:pRg st="5" end="5"/>
                                            </p:txEl>
                                          </p:spTgt>
                                        </p:tgtEl>
                                        <p:attrNameLst>
                                          <p:attrName>style.visibility</p:attrName>
                                        </p:attrNameLst>
                                      </p:cBhvr>
                                      <p:to>
                                        <p:strVal val="visible"/>
                                      </p:to>
                                    </p:set>
                                    <p:anim calcmode="lin" valueType="num">
                                      <p:cBhvr>
                                        <p:cTn id="46" dur="1000" fill="hold"/>
                                        <p:tgtEl>
                                          <p:spTgt spid="8">
                                            <p:txEl>
                                              <p:pRg st="5" end="5"/>
                                            </p:txEl>
                                          </p:spTgt>
                                        </p:tgtEl>
                                        <p:attrNameLst>
                                          <p:attrName>ppt_w</p:attrName>
                                        </p:attrNameLst>
                                      </p:cBhvr>
                                      <p:tavLst>
                                        <p:tav tm="0">
                                          <p:val>
                                            <p:fltVal val="0"/>
                                          </p:val>
                                        </p:tav>
                                        <p:tav tm="100000">
                                          <p:val>
                                            <p:strVal val="#ppt_w"/>
                                          </p:val>
                                        </p:tav>
                                      </p:tavLst>
                                    </p:anim>
                                    <p:anim calcmode="lin" valueType="num">
                                      <p:cBhvr>
                                        <p:cTn id="47" dur="1000" fill="hold"/>
                                        <p:tgtEl>
                                          <p:spTgt spid="8">
                                            <p:txEl>
                                              <p:pRg st="5" end="5"/>
                                            </p:txEl>
                                          </p:spTgt>
                                        </p:tgtEl>
                                        <p:attrNameLst>
                                          <p:attrName>ppt_h</p:attrName>
                                        </p:attrNameLst>
                                      </p:cBhvr>
                                      <p:tavLst>
                                        <p:tav tm="0">
                                          <p:val>
                                            <p:fltVal val="0"/>
                                          </p:val>
                                        </p:tav>
                                        <p:tav tm="100000">
                                          <p:val>
                                            <p:strVal val="#ppt_h"/>
                                          </p:val>
                                        </p:tav>
                                      </p:tavLst>
                                    </p:anim>
                                    <p:anim calcmode="lin" valueType="num">
                                      <p:cBhvr>
                                        <p:cTn id="48" dur="1000" fill="hold"/>
                                        <p:tgtEl>
                                          <p:spTgt spid="8">
                                            <p:txEl>
                                              <p:pRg st="5" end="5"/>
                                            </p:txEl>
                                          </p:spTgt>
                                        </p:tgtEl>
                                        <p:attrNameLst>
                                          <p:attrName>style.rotation</p:attrName>
                                        </p:attrNameLst>
                                      </p:cBhvr>
                                      <p:tavLst>
                                        <p:tav tm="0">
                                          <p:val>
                                            <p:fltVal val="90"/>
                                          </p:val>
                                        </p:tav>
                                        <p:tav tm="100000">
                                          <p:val>
                                            <p:fltVal val="0"/>
                                          </p:val>
                                        </p:tav>
                                      </p:tavLst>
                                    </p:anim>
                                    <p:animEffect transition="in" filter="fade">
                                      <p:cBhvr>
                                        <p:cTn id="49" dur="1000"/>
                                        <p:tgtEl>
                                          <p:spTgt spid="8">
                                            <p:txEl>
                                              <p:pRg st="5" end="5"/>
                                            </p:txEl>
                                          </p:spTgt>
                                        </p:tgtEl>
                                      </p:cBhvr>
                                    </p:animEffect>
                                  </p:childTnLst>
                                </p:cTn>
                              </p:par>
                              <p:par>
                                <p:cTn id="50" presetID="31" presetClass="entr" presetSubtype="0" fill="hold" nodeType="withEffect">
                                  <p:stCondLst>
                                    <p:cond delay="0"/>
                                  </p:stCondLst>
                                  <p:childTnLst>
                                    <p:set>
                                      <p:cBhvr>
                                        <p:cTn id="51" dur="1" fill="hold">
                                          <p:stCondLst>
                                            <p:cond delay="0"/>
                                          </p:stCondLst>
                                        </p:cTn>
                                        <p:tgtEl>
                                          <p:spTgt spid="8">
                                            <p:txEl>
                                              <p:pRg st="6" end="6"/>
                                            </p:txEl>
                                          </p:spTgt>
                                        </p:tgtEl>
                                        <p:attrNameLst>
                                          <p:attrName>style.visibility</p:attrName>
                                        </p:attrNameLst>
                                      </p:cBhvr>
                                      <p:to>
                                        <p:strVal val="visible"/>
                                      </p:to>
                                    </p:set>
                                    <p:anim calcmode="lin" valueType="num">
                                      <p:cBhvr>
                                        <p:cTn id="52" dur="1000" fill="hold"/>
                                        <p:tgtEl>
                                          <p:spTgt spid="8">
                                            <p:txEl>
                                              <p:pRg st="6" end="6"/>
                                            </p:txEl>
                                          </p:spTgt>
                                        </p:tgtEl>
                                        <p:attrNameLst>
                                          <p:attrName>ppt_w</p:attrName>
                                        </p:attrNameLst>
                                      </p:cBhvr>
                                      <p:tavLst>
                                        <p:tav tm="0">
                                          <p:val>
                                            <p:fltVal val="0"/>
                                          </p:val>
                                        </p:tav>
                                        <p:tav tm="100000">
                                          <p:val>
                                            <p:strVal val="#ppt_w"/>
                                          </p:val>
                                        </p:tav>
                                      </p:tavLst>
                                    </p:anim>
                                    <p:anim calcmode="lin" valueType="num">
                                      <p:cBhvr>
                                        <p:cTn id="53" dur="1000" fill="hold"/>
                                        <p:tgtEl>
                                          <p:spTgt spid="8">
                                            <p:txEl>
                                              <p:pRg st="6" end="6"/>
                                            </p:txEl>
                                          </p:spTgt>
                                        </p:tgtEl>
                                        <p:attrNameLst>
                                          <p:attrName>ppt_h</p:attrName>
                                        </p:attrNameLst>
                                      </p:cBhvr>
                                      <p:tavLst>
                                        <p:tav tm="0">
                                          <p:val>
                                            <p:fltVal val="0"/>
                                          </p:val>
                                        </p:tav>
                                        <p:tav tm="100000">
                                          <p:val>
                                            <p:strVal val="#ppt_h"/>
                                          </p:val>
                                        </p:tav>
                                      </p:tavLst>
                                    </p:anim>
                                    <p:anim calcmode="lin" valueType="num">
                                      <p:cBhvr>
                                        <p:cTn id="54" dur="1000" fill="hold"/>
                                        <p:tgtEl>
                                          <p:spTgt spid="8">
                                            <p:txEl>
                                              <p:pRg st="6" end="6"/>
                                            </p:txEl>
                                          </p:spTgt>
                                        </p:tgtEl>
                                        <p:attrNameLst>
                                          <p:attrName>style.rotation</p:attrName>
                                        </p:attrNameLst>
                                      </p:cBhvr>
                                      <p:tavLst>
                                        <p:tav tm="0">
                                          <p:val>
                                            <p:fltVal val="90"/>
                                          </p:val>
                                        </p:tav>
                                        <p:tav tm="100000">
                                          <p:val>
                                            <p:fltVal val="0"/>
                                          </p:val>
                                        </p:tav>
                                      </p:tavLst>
                                    </p:anim>
                                    <p:animEffect transition="in" filter="fade">
                                      <p:cBhvr>
                                        <p:cTn id="55" dur="1000"/>
                                        <p:tgtEl>
                                          <p:spTgt spid="8">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4" name="TextBox 3">
            <a:extLst>
              <a:ext uri="{FF2B5EF4-FFF2-40B4-BE49-F238E27FC236}">
                <a16:creationId xmlns:a16="http://schemas.microsoft.com/office/drawing/2014/main" id="{E58972B7-CD9F-4F21-A596-0BCAD37DD96A}"/>
              </a:ext>
            </a:extLst>
          </p:cNvPr>
          <p:cNvSpPr txBox="1"/>
          <p:nvPr/>
        </p:nvSpPr>
        <p:spPr>
          <a:xfrm>
            <a:off x="2814962" y="94219"/>
            <a:ext cx="6552695" cy="584775"/>
          </a:xfrm>
          <a:prstGeom prst="rect">
            <a:avLst/>
          </a:prstGeom>
          <a:noFill/>
        </p:spPr>
        <p:txBody>
          <a:bodyPr wrap="square" rtlCol="0">
            <a:spAutoFit/>
          </a:bodyPr>
          <a:lstStyle/>
          <a:p>
            <a:pPr algn="ctr"/>
            <a:r>
              <a:rPr lang="en-US" sz="3200">
                <a:ln w="0"/>
                <a:solidFill>
                  <a:schemeClr val="accent1"/>
                </a:solidFill>
                <a:effectLst>
                  <a:outerShdw blurRad="38100" dist="25400" dir="5400000" algn="ctr" rotWithShape="0">
                    <a:srgbClr val="6E747A">
                      <a:alpha val="43000"/>
                    </a:srgbClr>
                  </a:outerShdw>
                </a:effectLst>
                <a:latin typeface="+mj-lt"/>
              </a:rPr>
              <a:t>2. Tại sao chọn REDMINE</a:t>
            </a:r>
            <a:endParaRPr lang="en-US" sz="3200" dirty="0">
              <a:ln w="0"/>
              <a:solidFill>
                <a:schemeClr val="accent1"/>
              </a:solidFill>
              <a:effectLst>
                <a:outerShdw blurRad="38100" dist="25400" dir="5400000" algn="ctr" rotWithShape="0">
                  <a:srgbClr val="6E747A">
                    <a:alpha val="43000"/>
                  </a:srgbClr>
                </a:outerShdw>
              </a:effectLst>
              <a:latin typeface="+mj-lt"/>
            </a:endParaRPr>
          </a:p>
        </p:txBody>
      </p:sp>
      <p:sp>
        <p:nvSpPr>
          <p:cNvPr id="5" name="TextBox 4">
            <a:extLst>
              <a:ext uri="{FF2B5EF4-FFF2-40B4-BE49-F238E27FC236}">
                <a16:creationId xmlns:a16="http://schemas.microsoft.com/office/drawing/2014/main" id="{B7117277-B6AC-A1D2-A95D-2E3D9F813FFB}"/>
              </a:ext>
            </a:extLst>
          </p:cNvPr>
          <p:cNvSpPr txBox="1"/>
          <p:nvPr/>
        </p:nvSpPr>
        <p:spPr>
          <a:xfrm>
            <a:off x="1502583" y="1011815"/>
            <a:ext cx="7865074" cy="5324535"/>
          </a:xfrm>
          <a:prstGeom prst="rect">
            <a:avLst/>
          </a:prstGeom>
          <a:noFill/>
        </p:spPr>
        <p:txBody>
          <a:bodyPr wrap="square">
            <a:spAutoFit/>
          </a:bodyPr>
          <a:lstStyle/>
          <a:p>
            <a:pPr marL="285750" indent="-285750" algn="just" rtl="0">
              <a:spcBef>
                <a:spcPts val="0"/>
              </a:spcBef>
              <a:spcAft>
                <a:spcPts val="0"/>
              </a:spcAft>
              <a:buFont typeface="Wingdings" panose="05000000000000000000" pitchFamily="2" charset="2"/>
              <a:buChar char="Ø"/>
            </a:pPr>
            <a:r>
              <a:rPr lang="en-US" sz="2400" i="0" u="none" strike="noStrike">
                <a:solidFill>
                  <a:schemeClr val="tx1"/>
                </a:solidFill>
                <a:effectLst/>
                <a:latin typeface="+mn-lt"/>
              </a:rPr>
              <a:t>Trong tất cả các lựa chọn trên thì Redmine là một trong những lựa chọn đáng cân nhắc vì:</a:t>
            </a:r>
          </a:p>
          <a:p>
            <a:pPr marL="285750" indent="-285750" algn="just" rtl="0">
              <a:spcBef>
                <a:spcPts val="0"/>
              </a:spcBef>
              <a:spcAft>
                <a:spcPts val="0"/>
              </a:spcAft>
              <a:buFont typeface="Wingdings" panose="05000000000000000000" pitchFamily="2" charset="2"/>
              <a:buChar char="Ø"/>
            </a:pPr>
            <a:endParaRPr lang="en-US" sz="2400" i="0" u="none" strike="noStrike">
              <a:solidFill>
                <a:schemeClr val="tx1"/>
              </a:solidFill>
              <a:effectLst/>
              <a:latin typeface="+mn-lt"/>
            </a:endParaRPr>
          </a:p>
          <a:p>
            <a:pPr marL="342900" indent="-342900" algn="just" rtl="0">
              <a:spcBef>
                <a:spcPts val="0"/>
              </a:spcBef>
              <a:spcAft>
                <a:spcPts val="0"/>
              </a:spcAft>
              <a:buFont typeface="Arial" panose="020B0604020202020204" pitchFamily="34" charset="0"/>
              <a:buChar char="•"/>
            </a:pPr>
            <a:r>
              <a:rPr lang="vi-VN" sz="2200" i="0" u="none" strike="noStrike">
                <a:solidFill>
                  <a:schemeClr val="tx1"/>
                </a:solidFill>
                <a:effectLst/>
                <a:latin typeface="+mn-lt"/>
              </a:rPr>
              <a:t>Redmine open source và có nhiều plugin miễn phí</a:t>
            </a:r>
            <a:endParaRPr lang="vi-VN" sz="2200">
              <a:solidFill>
                <a:schemeClr val="tx1"/>
              </a:solidFill>
              <a:effectLst/>
              <a:latin typeface="+mn-lt"/>
            </a:endParaRPr>
          </a:p>
          <a:p>
            <a:pPr marL="342900" indent="-342900" algn="just" rtl="0">
              <a:spcBef>
                <a:spcPts val="0"/>
              </a:spcBef>
              <a:spcAft>
                <a:spcPts val="0"/>
              </a:spcAft>
              <a:buFont typeface="Arial" panose="020B0604020202020204" pitchFamily="34" charset="0"/>
              <a:buChar char="•"/>
            </a:pPr>
            <a:r>
              <a:rPr lang="vi-VN" sz="2200" i="0" u="none" strike="noStrike">
                <a:solidFill>
                  <a:schemeClr val="tx1"/>
                </a:solidFill>
                <a:effectLst/>
                <a:latin typeface="+mn-lt"/>
              </a:rPr>
              <a:t>Dễ dàng tích hợp với slack và các hệ thống khác như git, svn, etc.</a:t>
            </a:r>
            <a:endParaRPr lang="vi-VN" sz="2200">
              <a:solidFill>
                <a:schemeClr val="tx1"/>
              </a:solidFill>
              <a:effectLst/>
              <a:latin typeface="+mn-lt"/>
            </a:endParaRPr>
          </a:p>
          <a:p>
            <a:pPr marL="342900" indent="-342900" algn="just" rtl="0">
              <a:spcBef>
                <a:spcPts val="0"/>
              </a:spcBef>
              <a:spcAft>
                <a:spcPts val="0"/>
              </a:spcAft>
              <a:buFont typeface="Arial" panose="020B0604020202020204" pitchFamily="34" charset="0"/>
              <a:buChar char="•"/>
            </a:pPr>
            <a:r>
              <a:rPr lang="vi-VN" sz="2200" i="0" u="none" strike="noStrike">
                <a:solidFill>
                  <a:schemeClr val="tx1"/>
                </a:solidFill>
                <a:effectLst/>
                <a:latin typeface="+mn-lt"/>
              </a:rPr>
              <a:t>Có thể tùy chỉnh hệ thống theo nhiều cách thống kế khác nhau</a:t>
            </a:r>
            <a:endParaRPr lang="vi-VN" sz="2200">
              <a:solidFill>
                <a:schemeClr val="tx1"/>
              </a:solidFill>
              <a:effectLst/>
              <a:latin typeface="+mn-lt"/>
            </a:endParaRPr>
          </a:p>
          <a:p>
            <a:pPr marL="342900" indent="-342900" algn="just" rtl="0">
              <a:spcBef>
                <a:spcPts val="0"/>
              </a:spcBef>
              <a:spcAft>
                <a:spcPts val="0"/>
              </a:spcAft>
              <a:buFont typeface="Arial" panose="020B0604020202020204" pitchFamily="34" charset="0"/>
              <a:buChar char="•"/>
            </a:pPr>
            <a:r>
              <a:rPr lang="vi-VN" sz="2200" i="0" u="none" strike="noStrike">
                <a:solidFill>
                  <a:schemeClr val="tx1"/>
                </a:solidFill>
                <a:effectLst/>
                <a:latin typeface="+mn-lt"/>
              </a:rPr>
              <a:t>Có API hỗ trợ trong quá trình import/export task để thống kê vào google sheet/excel</a:t>
            </a:r>
            <a:endParaRPr lang="vi-VN" sz="2200">
              <a:solidFill>
                <a:schemeClr val="tx1"/>
              </a:solidFill>
              <a:effectLst/>
              <a:latin typeface="+mn-lt"/>
            </a:endParaRPr>
          </a:p>
          <a:p>
            <a:pPr marL="342900" indent="-342900" algn="just" rtl="0">
              <a:spcBef>
                <a:spcPts val="0"/>
              </a:spcBef>
              <a:spcAft>
                <a:spcPts val="0"/>
              </a:spcAft>
              <a:buFont typeface="Arial" panose="020B0604020202020204" pitchFamily="34" charset="0"/>
              <a:buChar char="•"/>
            </a:pPr>
            <a:r>
              <a:rPr lang="vi-VN" sz="2200" i="0" u="none" strike="noStrike">
                <a:solidFill>
                  <a:schemeClr val="tx1"/>
                </a:solidFill>
                <a:effectLst/>
                <a:latin typeface="+mn-lt"/>
              </a:rPr>
              <a:t>Phân quyền, tạo query truy vấn task cho nhiều role khác nhau.</a:t>
            </a:r>
            <a:endParaRPr lang="en-US" sz="2200" i="0" u="none" strike="noStrike">
              <a:solidFill>
                <a:schemeClr val="tx1"/>
              </a:solidFill>
              <a:effectLst/>
              <a:latin typeface="+mn-lt"/>
            </a:endParaRPr>
          </a:p>
          <a:p>
            <a:pPr marL="342900" indent="-342900" algn="just" rtl="0">
              <a:spcBef>
                <a:spcPts val="0"/>
              </a:spcBef>
              <a:spcAft>
                <a:spcPts val="0"/>
              </a:spcAft>
              <a:buFont typeface="Wingdings" panose="05000000000000000000" pitchFamily="2" charset="2"/>
              <a:buChar char="§"/>
            </a:pPr>
            <a:endParaRPr lang="en-US" sz="2200" i="0" u="none" strike="noStrike">
              <a:solidFill>
                <a:schemeClr val="tx1"/>
              </a:solidFill>
              <a:effectLst/>
              <a:latin typeface="+mn-lt"/>
            </a:endParaRPr>
          </a:p>
          <a:p>
            <a:pPr marL="342900" indent="-342900" algn="just" rtl="0">
              <a:spcBef>
                <a:spcPts val="0"/>
              </a:spcBef>
              <a:spcAft>
                <a:spcPts val="0"/>
              </a:spcAft>
              <a:buFont typeface="Wingdings" panose="05000000000000000000" pitchFamily="2" charset="2"/>
              <a:buChar char="Ø"/>
            </a:pPr>
            <a:r>
              <a:rPr lang="en-US" sz="2400">
                <a:solidFill>
                  <a:schemeClr val="tx1"/>
                </a:solidFill>
                <a:latin typeface="+mn-lt"/>
              </a:rPr>
              <a:t>Ngoài ra, tất cả các Services (dịch vụ) được dùng hoàn toán miễn phí</a:t>
            </a:r>
          </a:p>
        </p:txBody>
      </p:sp>
    </p:spTree>
    <p:extLst>
      <p:ext uri="{BB962C8B-B14F-4D97-AF65-F5344CB8AC3E}">
        <p14:creationId xmlns:p14="http://schemas.microsoft.com/office/powerpoint/2010/main" val="199821462"/>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heel(1)">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randombar(horizontal)">
                                      <p:cBhvr>
                                        <p:cTn id="12" dur="500"/>
                                        <p:tgtEl>
                                          <p:spTgt spid="5">
                                            <p:txEl>
                                              <p:pRg st="0" end="0"/>
                                            </p:txEl>
                                          </p:spTgt>
                                        </p:tgtEl>
                                      </p:cBhvr>
                                    </p:animEffect>
                                  </p:childTnLst>
                                </p:cTn>
                              </p:par>
                              <p:par>
                                <p:cTn id="13" presetID="14" presetClass="entr" presetSubtype="10" fill="hold" nodeType="with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animEffect transition="in" filter="randombar(horizontal)">
                                      <p:cBhvr>
                                        <p:cTn id="15" dur="500"/>
                                        <p:tgtEl>
                                          <p:spTgt spid="5">
                                            <p:txEl>
                                              <p:pRg st="2" end="2"/>
                                            </p:txEl>
                                          </p:spTgt>
                                        </p:tgtEl>
                                      </p:cBhvr>
                                    </p:animEffect>
                                  </p:childTnLst>
                                </p:cTn>
                              </p:par>
                              <p:par>
                                <p:cTn id="16" presetID="14" presetClass="entr" presetSubtype="10" fill="hold" nodeType="withEffect">
                                  <p:stCondLst>
                                    <p:cond delay="0"/>
                                  </p:stCondLst>
                                  <p:childTnLst>
                                    <p:set>
                                      <p:cBhvr>
                                        <p:cTn id="17" dur="1" fill="hold">
                                          <p:stCondLst>
                                            <p:cond delay="0"/>
                                          </p:stCondLst>
                                        </p:cTn>
                                        <p:tgtEl>
                                          <p:spTgt spid="5">
                                            <p:txEl>
                                              <p:pRg st="3" end="3"/>
                                            </p:txEl>
                                          </p:spTgt>
                                        </p:tgtEl>
                                        <p:attrNameLst>
                                          <p:attrName>style.visibility</p:attrName>
                                        </p:attrNameLst>
                                      </p:cBhvr>
                                      <p:to>
                                        <p:strVal val="visible"/>
                                      </p:to>
                                    </p:set>
                                    <p:animEffect transition="in" filter="randombar(horizontal)">
                                      <p:cBhvr>
                                        <p:cTn id="18" dur="500"/>
                                        <p:tgtEl>
                                          <p:spTgt spid="5">
                                            <p:txEl>
                                              <p:pRg st="3" end="3"/>
                                            </p:txEl>
                                          </p:spTgt>
                                        </p:tgtEl>
                                      </p:cBhvr>
                                    </p:animEffect>
                                  </p:childTnLst>
                                </p:cTn>
                              </p:par>
                              <p:par>
                                <p:cTn id="19" presetID="14" presetClass="entr" presetSubtype="10" fill="hold" nodeType="withEffect">
                                  <p:stCondLst>
                                    <p:cond delay="0"/>
                                  </p:stCondLst>
                                  <p:childTnLst>
                                    <p:set>
                                      <p:cBhvr>
                                        <p:cTn id="20" dur="1" fill="hold">
                                          <p:stCondLst>
                                            <p:cond delay="0"/>
                                          </p:stCondLst>
                                        </p:cTn>
                                        <p:tgtEl>
                                          <p:spTgt spid="5">
                                            <p:txEl>
                                              <p:pRg st="4" end="4"/>
                                            </p:txEl>
                                          </p:spTgt>
                                        </p:tgtEl>
                                        <p:attrNameLst>
                                          <p:attrName>style.visibility</p:attrName>
                                        </p:attrNameLst>
                                      </p:cBhvr>
                                      <p:to>
                                        <p:strVal val="visible"/>
                                      </p:to>
                                    </p:set>
                                    <p:animEffect transition="in" filter="randombar(horizontal)">
                                      <p:cBhvr>
                                        <p:cTn id="21" dur="500"/>
                                        <p:tgtEl>
                                          <p:spTgt spid="5">
                                            <p:txEl>
                                              <p:pRg st="4" end="4"/>
                                            </p:txEl>
                                          </p:spTgt>
                                        </p:tgtEl>
                                      </p:cBhvr>
                                    </p:animEffect>
                                  </p:childTnLst>
                                </p:cTn>
                              </p:par>
                              <p:par>
                                <p:cTn id="22" presetID="14" presetClass="entr" presetSubtype="10" fill="hold" nodeType="withEffect">
                                  <p:stCondLst>
                                    <p:cond delay="0"/>
                                  </p:stCondLst>
                                  <p:childTnLst>
                                    <p:set>
                                      <p:cBhvr>
                                        <p:cTn id="23" dur="1" fill="hold">
                                          <p:stCondLst>
                                            <p:cond delay="0"/>
                                          </p:stCondLst>
                                        </p:cTn>
                                        <p:tgtEl>
                                          <p:spTgt spid="5">
                                            <p:txEl>
                                              <p:pRg st="5" end="5"/>
                                            </p:txEl>
                                          </p:spTgt>
                                        </p:tgtEl>
                                        <p:attrNameLst>
                                          <p:attrName>style.visibility</p:attrName>
                                        </p:attrNameLst>
                                      </p:cBhvr>
                                      <p:to>
                                        <p:strVal val="visible"/>
                                      </p:to>
                                    </p:set>
                                    <p:animEffect transition="in" filter="randombar(horizontal)">
                                      <p:cBhvr>
                                        <p:cTn id="24" dur="500"/>
                                        <p:tgtEl>
                                          <p:spTgt spid="5">
                                            <p:txEl>
                                              <p:pRg st="5" end="5"/>
                                            </p:txEl>
                                          </p:spTgt>
                                        </p:tgtEl>
                                      </p:cBhvr>
                                    </p:animEffect>
                                  </p:childTnLst>
                                </p:cTn>
                              </p:par>
                              <p:par>
                                <p:cTn id="25" presetID="14" presetClass="entr" presetSubtype="10" fill="hold" nodeType="withEffect">
                                  <p:stCondLst>
                                    <p:cond delay="0"/>
                                  </p:stCondLst>
                                  <p:childTnLst>
                                    <p:set>
                                      <p:cBhvr>
                                        <p:cTn id="26" dur="1" fill="hold">
                                          <p:stCondLst>
                                            <p:cond delay="0"/>
                                          </p:stCondLst>
                                        </p:cTn>
                                        <p:tgtEl>
                                          <p:spTgt spid="5">
                                            <p:txEl>
                                              <p:pRg st="6" end="6"/>
                                            </p:txEl>
                                          </p:spTgt>
                                        </p:tgtEl>
                                        <p:attrNameLst>
                                          <p:attrName>style.visibility</p:attrName>
                                        </p:attrNameLst>
                                      </p:cBhvr>
                                      <p:to>
                                        <p:strVal val="visible"/>
                                      </p:to>
                                    </p:set>
                                    <p:animEffect transition="in" filter="randombar(horizontal)">
                                      <p:cBhvr>
                                        <p:cTn id="27" dur="500"/>
                                        <p:tgtEl>
                                          <p:spTgt spid="5">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nodeType="clickEffect">
                                  <p:stCondLst>
                                    <p:cond delay="0"/>
                                  </p:stCondLst>
                                  <p:childTnLst>
                                    <p:set>
                                      <p:cBhvr>
                                        <p:cTn id="31" dur="1" fill="hold">
                                          <p:stCondLst>
                                            <p:cond delay="0"/>
                                          </p:stCondLst>
                                        </p:cTn>
                                        <p:tgtEl>
                                          <p:spTgt spid="5">
                                            <p:txEl>
                                              <p:pRg st="8" end="8"/>
                                            </p:txEl>
                                          </p:spTgt>
                                        </p:tgtEl>
                                        <p:attrNameLst>
                                          <p:attrName>style.visibility</p:attrName>
                                        </p:attrNameLst>
                                      </p:cBhvr>
                                      <p:to>
                                        <p:strVal val="visible"/>
                                      </p:to>
                                    </p:set>
                                    <p:animEffect transition="in" filter="randombar(horizontal)">
                                      <p:cBhvr>
                                        <p:cTn id="32" dur="500"/>
                                        <p:tgtEl>
                                          <p:spTgt spid="5">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4" name="TextBox 3">
            <a:extLst>
              <a:ext uri="{FF2B5EF4-FFF2-40B4-BE49-F238E27FC236}">
                <a16:creationId xmlns:a16="http://schemas.microsoft.com/office/drawing/2014/main" id="{E58972B7-CD9F-4F21-A596-0BCAD37DD96A}"/>
              </a:ext>
            </a:extLst>
          </p:cNvPr>
          <p:cNvSpPr txBox="1"/>
          <p:nvPr/>
        </p:nvSpPr>
        <p:spPr>
          <a:xfrm>
            <a:off x="2814962" y="94219"/>
            <a:ext cx="6552695" cy="584775"/>
          </a:xfrm>
          <a:prstGeom prst="rect">
            <a:avLst/>
          </a:prstGeom>
          <a:noFill/>
        </p:spPr>
        <p:txBody>
          <a:bodyPr wrap="square" rtlCol="0">
            <a:spAutoFit/>
          </a:bodyPr>
          <a:lstStyle/>
          <a:p>
            <a:pPr algn="ctr"/>
            <a:r>
              <a:rPr lang="en-US" sz="3200">
                <a:ln w="0"/>
                <a:solidFill>
                  <a:schemeClr val="accent1"/>
                </a:solidFill>
                <a:effectLst>
                  <a:outerShdw blurRad="38100" dist="25400" dir="5400000" algn="ctr" rotWithShape="0">
                    <a:srgbClr val="6E747A">
                      <a:alpha val="43000"/>
                    </a:srgbClr>
                  </a:outerShdw>
                </a:effectLst>
                <a:latin typeface="+mj-lt"/>
              </a:rPr>
              <a:t>3. So sánh với các công cụ khác</a:t>
            </a:r>
            <a:endParaRPr lang="en-US" sz="3200" dirty="0">
              <a:ln w="0"/>
              <a:solidFill>
                <a:schemeClr val="accent1"/>
              </a:solidFill>
              <a:effectLst>
                <a:outerShdw blurRad="38100" dist="25400" dir="5400000" algn="ctr" rotWithShape="0">
                  <a:srgbClr val="6E747A">
                    <a:alpha val="43000"/>
                  </a:srgbClr>
                </a:outerShdw>
              </a:effectLst>
              <a:latin typeface="+mj-lt"/>
            </a:endParaRPr>
          </a:p>
        </p:txBody>
      </p:sp>
      <p:pic>
        <p:nvPicPr>
          <p:cNvPr id="3" name="Picture 2" descr="Logo&#10;&#10;Description automatically generated">
            <a:extLst>
              <a:ext uri="{FF2B5EF4-FFF2-40B4-BE49-F238E27FC236}">
                <a16:creationId xmlns:a16="http://schemas.microsoft.com/office/drawing/2014/main" id="{EA71FEF0-683D-976E-B3CA-1BEE48B4C33F}"/>
              </a:ext>
            </a:extLst>
          </p:cNvPr>
          <p:cNvPicPr>
            <a:picLocks noChangeAspect="1"/>
          </p:cNvPicPr>
          <p:nvPr/>
        </p:nvPicPr>
        <p:blipFill>
          <a:blip r:embed="rId3"/>
          <a:stretch>
            <a:fillRect/>
          </a:stretch>
        </p:blipFill>
        <p:spPr>
          <a:xfrm>
            <a:off x="7270179" y="3663503"/>
            <a:ext cx="1969511" cy="1107850"/>
          </a:xfrm>
          <a:prstGeom prst="rect">
            <a:avLst/>
          </a:prstGeom>
        </p:spPr>
      </p:pic>
      <p:pic>
        <p:nvPicPr>
          <p:cNvPr id="1032" name="Picture 8">
            <a:extLst>
              <a:ext uri="{FF2B5EF4-FFF2-40B4-BE49-F238E27FC236}">
                <a16:creationId xmlns:a16="http://schemas.microsoft.com/office/drawing/2014/main" id="{92A0960F-8E0F-D8E6-81DD-F63348A1091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09826" y="1586472"/>
            <a:ext cx="2614134" cy="584776"/>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a:extLst>
              <a:ext uri="{FF2B5EF4-FFF2-40B4-BE49-F238E27FC236}">
                <a16:creationId xmlns:a16="http://schemas.microsoft.com/office/drawing/2014/main" id="{12EEF62C-439E-212D-DD1F-32C40AD8B94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270179" y="2786453"/>
            <a:ext cx="2043838" cy="854260"/>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913497E0-FD58-9FC3-4498-3CF587A93B3B}"/>
              </a:ext>
            </a:extLst>
          </p:cNvPr>
          <p:cNvSpPr txBox="1"/>
          <p:nvPr/>
        </p:nvSpPr>
        <p:spPr>
          <a:xfrm>
            <a:off x="593411" y="1228397"/>
            <a:ext cx="6767383" cy="4401205"/>
          </a:xfrm>
          <a:prstGeom prst="rect">
            <a:avLst/>
          </a:prstGeom>
          <a:noFill/>
        </p:spPr>
        <p:txBody>
          <a:bodyPr wrap="square">
            <a:spAutoFit/>
          </a:bodyPr>
          <a:lstStyle/>
          <a:p>
            <a:pPr marL="342900" indent="-342900" algn="just">
              <a:buFont typeface="Wingdings" panose="05000000000000000000" pitchFamily="2" charset="2"/>
              <a:buChar char="Ø"/>
            </a:pPr>
            <a:r>
              <a:rPr lang="vi-VN" sz="2000" b="0" i="0">
                <a:solidFill>
                  <a:schemeClr val="tx1"/>
                </a:solidFill>
                <a:effectLst/>
                <a:latin typeface="+mn-lt"/>
              </a:rPr>
              <a:t>Trello và Github đều khả năng quản lý các issue thành các taskboard đơn giản, mặc khác khi số lượng issue tăng lên thì việc theo dõi trở nên khó hơn và khả năng gây ra phiền toán với việc lục tìm lịch sử, tìm kiếm những task liên quan. vì thế Trello và Github chỉ phù hợp để quản lý những project tầm vừa và nhỏ.</a:t>
            </a:r>
            <a:endParaRPr lang="en-US" sz="2000" b="0" i="0">
              <a:solidFill>
                <a:schemeClr val="tx1"/>
              </a:solidFill>
              <a:effectLst/>
              <a:latin typeface="+mn-lt"/>
            </a:endParaRPr>
          </a:p>
          <a:p>
            <a:pPr marL="342900" indent="-342900" algn="just">
              <a:buFont typeface="Wingdings" panose="05000000000000000000" pitchFamily="2" charset="2"/>
              <a:buChar char="Ø"/>
            </a:pPr>
            <a:endParaRPr lang="en-US" sz="2000" b="0" i="0">
              <a:solidFill>
                <a:schemeClr val="tx1"/>
              </a:solidFill>
              <a:effectLst/>
              <a:latin typeface="+mn-lt"/>
            </a:endParaRPr>
          </a:p>
          <a:p>
            <a:pPr marL="342900" indent="-342900" algn="just">
              <a:buFont typeface="Wingdings" panose="05000000000000000000" pitchFamily="2" charset="2"/>
              <a:buChar char="Ø"/>
            </a:pPr>
            <a:r>
              <a:rPr lang="vi-VN" sz="2000" b="0" i="0">
                <a:solidFill>
                  <a:schemeClr val="tx1"/>
                </a:solidFill>
                <a:effectLst/>
                <a:latin typeface="+mn-lt"/>
              </a:rPr>
              <a:t>Ngược lại với Redmine, Các Project đơn giản chia nhỏ thành các subproject hoặc chia thành các tracker để đơn giản tìm kiếm. Quản lý quyền truy cập vào các project rất linh động(Role-based access control). Mặc định ban đầu mới chỉ có manager, developer, reporter. Loại User cũng khả năng tự định nghĩa thêm tuỳ thuộc vào hoàn cảnh dùng, như tester, officer</a:t>
            </a:r>
            <a:r>
              <a:rPr lang="en-US" sz="2000" b="0" i="0">
                <a:solidFill>
                  <a:schemeClr val="tx1"/>
                </a:solidFill>
                <a:effectLst/>
                <a:latin typeface="+mn-lt"/>
              </a:rPr>
              <a:t>, </a:t>
            </a:r>
            <a:r>
              <a:rPr lang="vi-VN" sz="2000" b="0" i="0">
                <a:solidFill>
                  <a:schemeClr val="tx1"/>
                </a:solidFill>
                <a:effectLst/>
                <a:latin typeface="+mn-lt"/>
              </a:rPr>
              <a:t>…</a:t>
            </a:r>
            <a:endParaRPr lang="en-US" sz="2000">
              <a:solidFill>
                <a:schemeClr val="tx1"/>
              </a:solidFill>
              <a:latin typeface="+mn-lt"/>
            </a:endParaRPr>
          </a:p>
        </p:txBody>
      </p:sp>
    </p:spTree>
    <p:extLst>
      <p:ext uri="{BB962C8B-B14F-4D97-AF65-F5344CB8AC3E}">
        <p14:creationId xmlns:p14="http://schemas.microsoft.com/office/powerpoint/2010/main" val="4019368127"/>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4">
                                            <p:txEl>
                                              <p:pRg st="0" end="0"/>
                                            </p:txEl>
                                          </p:spTgt>
                                        </p:tgtEl>
                                        <p:attrNameLst>
                                          <p:attrName>style.visibility</p:attrName>
                                        </p:attrNameLst>
                                      </p:cBhvr>
                                      <p:to>
                                        <p:strVal val="visible"/>
                                      </p:to>
                                    </p:set>
                                    <p:animEffect transition="in" filter="wipe(down)">
                                      <p:cBhvr>
                                        <p:cTn id="12" dur="500"/>
                                        <p:tgtEl>
                                          <p:spTgt spid="14">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14">
                                            <p:txEl>
                                              <p:pRg st="2" end="2"/>
                                            </p:txEl>
                                          </p:spTgt>
                                        </p:tgtEl>
                                        <p:attrNameLst>
                                          <p:attrName>style.visibility</p:attrName>
                                        </p:attrNameLst>
                                      </p:cBhvr>
                                      <p:to>
                                        <p:strVal val="visible"/>
                                      </p:to>
                                    </p:set>
                                    <p:animEffect transition="in" filter="barn(inVertical)">
                                      <p:cBhvr>
                                        <p:cTn id="17" dur="500"/>
                                        <p:tgtEl>
                                          <p:spTgt spid="1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4" name="TextBox 3">
            <a:extLst>
              <a:ext uri="{FF2B5EF4-FFF2-40B4-BE49-F238E27FC236}">
                <a16:creationId xmlns:a16="http://schemas.microsoft.com/office/drawing/2014/main" id="{A3720680-4416-49E0-880C-30A980D1CAB9}"/>
              </a:ext>
            </a:extLst>
          </p:cNvPr>
          <p:cNvSpPr txBox="1"/>
          <p:nvPr/>
        </p:nvSpPr>
        <p:spPr>
          <a:xfrm>
            <a:off x="2814962" y="94219"/>
            <a:ext cx="5980695" cy="584775"/>
          </a:xfrm>
          <a:prstGeom prst="rect">
            <a:avLst/>
          </a:prstGeom>
          <a:noFill/>
        </p:spPr>
        <p:txBody>
          <a:bodyPr wrap="square" rtlCol="0">
            <a:spAutoFit/>
          </a:bodyPr>
          <a:lstStyle/>
          <a:p>
            <a:r>
              <a:rPr lang="en-US" sz="3200" dirty="0">
                <a:ln w="0"/>
                <a:solidFill>
                  <a:schemeClr val="accent1"/>
                </a:solidFill>
                <a:effectLst>
                  <a:outerShdw blurRad="38100" dist="25400" dir="5400000" algn="ctr" rotWithShape="0">
                    <a:srgbClr val="6E747A">
                      <a:alpha val="43000"/>
                    </a:srgbClr>
                  </a:outerShdw>
                </a:effectLst>
                <a:latin typeface="+mj-lt"/>
              </a:rPr>
              <a:t>4. </a:t>
            </a:r>
            <a:r>
              <a:rPr lang="en-US" sz="3200" dirty="0" err="1">
                <a:ln w="0"/>
                <a:solidFill>
                  <a:schemeClr val="accent1"/>
                </a:solidFill>
                <a:effectLst>
                  <a:outerShdw blurRad="38100" dist="25400" dir="5400000" algn="ctr" rotWithShape="0">
                    <a:srgbClr val="6E747A">
                      <a:alpha val="43000"/>
                    </a:srgbClr>
                  </a:outerShdw>
                </a:effectLst>
                <a:latin typeface="+mj-lt"/>
              </a:rPr>
              <a:t>Các</a:t>
            </a:r>
            <a:r>
              <a:rPr lang="en-US" sz="3200" dirty="0">
                <a:ln w="0"/>
                <a:solidFill>
                  <a:schemeClr val="accent1"/>
                </a:solidFill>
                <a:effectLst>
                  <a:outerShdw blurRad="38100" dist="25400" dir="5400000" algn="ctr" rotWithShape="0">
                    <a:srgbClr val="6E747A">
                      <a:alpha val="43000"/>
                    </a:srgbClr>
                  </a:outerShdw>
                </a:effectLst>
                <a:latin typeface="+mj-lt"/>
              </a:rPr>
              <a:t> </a:t>
            </a:r>
            <a:r>
              <a:rPr lang="en-US" sz="3200" dirty="0" err="1">
                <a:ln w="0"/>
                <a:solidFill>
                  <a:schemeClr val="accent1"/>
                </a:solidFill>
                <a:effectLst>
                  <a:outerShdw blurRad="38100" dist="25400" dir="5400000" algn="ctr" rotWithShape="0">
                    <a:srgbClr val="6E747A">
                      <a:alpha val="43000"/>
                    </a:srgbClr>
                  </a:outerShdw>
                </a:effectLst>
                <a:latin typeface="+mj-lt"/>
              </a:rPr>
              <a:t>tính</a:t>
            </a:r>
            <a:r>
              <a:rPr lang="en-US" sz="3200" dirty="0">
                <a:ln w="0"/>
                <a:solidFill>
                  <a:schemeClr val="accent1"/>
                </a:solidFill>
                <a:effectLst>
                  <a:outerShdw blurRad="38100" dist="25400" dir="5400000" algn="ctr" rotWithShape="0">
                    <a:srgbClr val="6E747A">
                      <a:alpha val="43000"/>
                    </a:srgbClr>
                  </a:outerShdw>
                </a:effectLst>
                <a:latin typeface="+mj-lt"/>
              </a:rPr>
              <a:t> </a:t>
            </a:r>
            <a:r>
              <a:rPr lang="en-US" sz="3200" dirty="0" err="1">
                <a:ln w="0"/>
                <a:solidFill>
                  <a:schemeClr val="accent1"/>
                </a:solidFill>
                <a:effectLst>
                  <a:outerShdw blurRad="38100" dist="25400" dir="5400000" algn="ctr" rotWithShape="0">
                    <a:srgbClr val="6E747A">
                      <a:alpha val="43000"/>
                    </a:srgbClr>
                  </a:outerShdw>
                </a:effectLst>
                <a:latin typeface="+mj-lt"/>
              </a:rPr>
              <a:t>năng</a:t>
            </a:r>
            <a:r>
              <a:rPr lang="en-US" sz="3200" dirty="0">
                <a:ln w="0"/>
                <a:solidFill>
                  <a:schemeClr val="accent1"/>
                </a:solidFill>
                <a:effectLst>
                  <a:outerShdw blurRad="38100" dist="25400" dir="5400000" algn="ctr" rotWithShape="0">
                    <a:srgbClr val="6E747A">
                      <a:alpha val="43000"/>
                    </a:srgbClr>
                  </a:outerShdw>
                </a:effectLst>
                <a:latin typeface="+mj-lt"/>
              </a:rPr>
              <a:t> </a:t>
            </a:r>
            <a:r>
              <a:rPr lang="en-US" sz="3200" dirty="0" err="1">
                <a:ln w="0"/>
                <a:solidFill>
                  <a:schemeClr val="accent1"/>
                </a:solidFill>
                <a:effectLst>
                  <a:outerShdw blurRad="38100" dist="25400" dir="5400000" algn="ctr" rotWithShape="0">
                    <a:srgbClr val="6E747A">
                      <a:alpha val="43000"/>
                    </a:srgbClr>
                  </a:outerShdw>
                </a:effectLst>
                <a:latin typeface="+mj-lt"/>
              </a:rPr>
              <a:t>của</a:t>
            </a:r>
            <a:r>
              <a:rPr lang="en-US" sz="3200" dirty="0">
                <a:ln w="0"/>
                <a:solidFill>
                  <a:schemeClr val="accent1"/>
                </a:solidFill>
                <a:effectLst>
                  <a:outerShdw blurRad="38100" dist="25400" dir="5400000" algn="ctr" rotWithShape="0">
                    <a:srgbClr val="6E747A">
                      <a:alpha val="43000"/>
                    </a:srgbClr>
                  </a:outerShdw>
                </a:effectLst>
                <a:latin typeface="+mj-lt"/>
              </a:rPr>
              <a:t> REDMINE</a:t>
            </a:r>
          </a:p>
        </p:txBody>
      </p:sp>
      <p:sp>
        <p:nvSpPr>
          <p:cNvPr id="7" name="TextBox 6">
            <a:extLst>
              <a:ext uri="{FF2B5EF4-FFF2-40B4-BE49-F238E27FC236}">
                <a16:creationId xmlns:a16="http://schemas.microsoft.com/office/drawing/2014/main" id="{71E33831-D0F0-4EC4-8D29-5C8DD8D8D6B3}"/>
              </a:ext>
            </a:extLst>
          </p:cNvPr>
          <p:cNvSpPr txBox="1"/>
          <p:nvPr/>
        </p:nvSpPr>
        <p:spPr>
          <a:xfrm>
            <a:off x="188688" y="851547"/>
            <a:ext cx="9347200" cy="5139869"/>
          </a:xfrm>
          <a:prstGeom prst="rect">
            <a:avLst/>
          </a:prstGeom>
          <a:noFill/>
        </p:spPr>
        <p:txBody>
          <a:bodyPr wrap="square" rtlCol="0">
            <a:spAutoFit/>
          </a:bodyPr>
          <a:lstStyle/>
          <a:p>
            <a:pPr marL="285750" indent="-285750" algn="just">
              <a:spcAft>
                <a:spcPts val="600"/>
              </a:spcAft>
              <a:buFont typeface="Arial" panose="020B0604020202020204" pitchFamily="34" charset="0"/>
              <a:buChar char="•"/>
            </a:pPr>
            <a:r>
              <a:rPr lang="vi-VN" sz="2400"/>
              <a:t>Cho </a:t>
            </a:r>
            <a:r>
              <a:rPr lang="vi-VN" sz="2400" dirty="0"/>
              <a:t>phép việc theo dõi nhiều dự án cùng một lúc</a:t>
            </a:r>
          </a:p>
          <a:p>
            <a:pPr marL="285750" indent="-285750" algn="just">
              <a:spcAft>
                <a:spcPts val="600"/>
              </a:spcAft>
              <a:buFont typeface="Arial" panose="020B0604020202020204" pitchFamily="34" charset="0"/>
              <a:buChar char="•"/>
            </a:pPr>
            <a:r>
              <a:rPr lang="vi-VN" sz="2400" dirty="0"/>
              <a:t>Hỗ trợ cho việc kiểm soát về truy cập với vai trò linh hoạt</a:t>
            </a:r>
          </a:p>
          <a:p>
            <a:pPr marL="285750" indent="-285750" algn="just">
              <a:spcAft>
                <a:spcPts val="600"/>
              </a:spcAft>
              <a:buFont typeface="Arial" panose="020B0604020202020204" pitchFamily="34" charset="0"/>
              <a:buChar char="•"/>
            </a:pPr>
            <a:r>
              <a:rPr lang="vi-VN" sz="2400" dirty="0"/>
              <a:t>Theo dõi các vấn đề của dự án</a:t>
            </a:r>
          </a:p>
          <a:p>
            <a:pPr marL="285750" indent="-285750" algn="just">
              <a:spcAft>
                <a:spcPts val="600"/>
              </a:spcAft>
              <a:buFont typeface="Arial" panose="020B0604020202020204" pitchFamily="34" charset="0"/>
              <a:buChar char="•"/>
            </a:pPr>
            <a:r>
              <a:rPr lang="vi-VN" sz="2400" dirty="0"/>
              <a:t>Tạo biểu đồ </a:t>
            </a:r>
          </a:p>
          <a:p>
            <a:pPr marL="285750" indent="-285750" algn="just">
              <a:spcAft>
                <a:spcPts val="600"/>
              </a:spcAft>
              <a:buFont typeface="Arial" panose="020B0604020202020204" pitchFamily="34" charset="0"/>
              <a:buChar char="•"/>
            </a:pPr>
            <a:r>
              <a:rPr lang="vi-VN" sz="2400" dirty="0"/>
              <a:t>Quản lý các dữ liệu như: Tin tức, tài liệu, tập tin có liên quan đến dự án</a:t>
            </a:r>
          </a:p>
          <a:p>
            <a:pPr marL="285750" indent="-285750" algn="just">
              <a:spcAft>
                <a:spcPts val="600"/>
              </a:spcAft>
              <a:buFont typeface="Arial" panose="020B0604020202020204" pitchFamily="34" charset="0"/>
              <a:buChar char="•"/>
            </a:pPr>
            <a:r>
              <a:rPr lang="vi-VN" sz="2400" dirty="0"/>
              <a:t>Cho phép truy cập dữ liệu web và gửi thông báo về email của bạn</a:t>
            </a:r>
          </a:p>
          <a:p>
            <a:pPr marL="285750" indent="-285750" algn="just">
              <a:spcAft>
                <a:spcPts val="600"/>
              </a:spcAft>
              <a:buFont typeface="Arial" panose="020B0604020202020204" pitchFamily="34" charset="0"/>
              <a:buChar char="•"/>
            </a:pPr>
            <a:r>
              <a:rPr lang="vi-VN" sz="2400" dirty="0"/>
              <a:t>Hỗ trợ việc quản lý cho các dự án, và diễn đàn cho mỗi dự án đó</a:t>
            </a:r>
          </a:p>
          <a:p>
            <a:pPr marL="285750" indent="-285750" algn="just">
              <a:spcAft>
                <a:spcPts val="600"/>
              </a:spcAft>
              <a:buFont typeface="Arial" panose="020B0604020202020204" pitchFamily="34" charset="0"/>
              <a:buChar char="•"/>
            </a:pPr>
            <a:r>
              <a:rPr lang="vi-VN" sz="2400" dirty="0"/>
              <a:t>Cho phép người dùng theo dõi được thời gian một cách đơn giản</a:t>
            </a:r>
          </a:p>
          <a:p>
            <a:pPr marL="285750" indent="-285750" algn="just">
              <a:spcAft>
                <a:spcPts val="600"/>
              </a:spcAft>
              <a:buFont typeface="Arial" panose="020B0604020202020204" pitchFamily="34" charset="0"/>
              <a:buChar char="•"/>
            </a:pPr>
            <a:r>
              <a:rPr lang="vi-VN" sz="2400" dirty="0"/>
              <a:t>Bạn có thể tùy chỉnh cho các vấn đề của dự án và mực thời gian của dự án cũng như người dùng</a:t>
            </a:r>
          </a:p>
        </p:txBody>
      </p:sp>
    </p:spTree>
    <p:extLst>
      <p:ext uri="{BB962C8B-B14F-4D97-AF65-F5344CB8AC3E}">
        <p14:creationId xmlns:p14="http://schemas.microsoft.com/office/powerpoint/2010/main" val="1371701803"/>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14" presetClass="entr" presetSubtype="10"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randombar(horizontal)">
                                      <p:cBhvr>
                                        <p:cTn id="25" dur="500"/>
                                        <p:tgtEl>
                                          <p:spTgt spid="7"/>
                                        </p:tgtEl>
                                      </p:cBhvr>
                                    </p:animEffect>
                                  </p:childTnLst>
                                </p:cTn>
                              </p:par>
                            </p:childTnLst>
                          </p:cTn>
                        </p:par>
                      </p:childTnLst>
                    </p:cTn>
                  </p:par>
                  <p:par>
                    <p:cTn id="26" fill="hold">
                      <p:stCondLst>
                        <p:cond delay="indefinite"/>
                      </p:stCondLst>
                      <p:childTnLst>
                        <p:par>
                          <p:cTn id="27" fill="hold">
                            <p:stCondLst>
                              <p:cond delay="0"/>
                            </p:stCondLst>
                            <p:childTnLst>
                              <p:par>
                                <p:cTn id="28" presetID="21" presetClass="entr" presetSubtype="1" fill="hold" nodeType="clickEffect">
                                  <p:stCondLst>
                                    <p:cond delay="0"/>
                                  </p:stCondLst>
                                  <p:childTnLst>
                                    <p:set>
                                      <p:cBhvr>
                                        <p:cTn id="29" dur="1" fill="hold">
                                          <p:stCondLst>
                                            <p:cond delay="0"/>
                                          </p:stCondLst>
                                        </p:cTn>
                                        <p:tgtEl>
                                          <p:spTgt spid="7">
                                            <p:txEl>
                                              <p:pRg st="0" end="0"/>
                                            </p:txEl>
                                          </p:spTgt>
                                        </p:tgtEl>
                                        <p:attrNameLst>
                                          <p:attrName>style.visibility</p:attrName>
                                        </p:attrNameLst>
                                      </p:cBhvr>
                                      <p:to>
                                        <p:strVal val="visible"/>
                                      </p:to>
                                    </p:set>
                                    <p:animEffect transition="in" filter="wheel(1)">
                                      <p:cBhvr>
                                        <p:cTn id="30" dur="2000"/>
                                        <p:tgtEl>
                                          <p:spTgt spid="7">
                                            <p:txEl>
                                              <p:pRg st="0" end="0"/>
                                            </p:txEl>
                                          </p:spTgt>
                                        </p:tgtEl>
                                      </p:cBhvr>
                                    </p:animEffect>
                                  </p:childTnLst>
                                </p:cTn>
                              </p:par>
                              <p:par>
                                <p:cTn id="31" presetID="21" presetClass="entr" presetSubtype="1" fill="hold" nodeType="withEffect">
                                  <p:stCondLst>
                                    <p:cond delay="0"/>
                                  </p:stCondLst>
                                  <p:childTnLst>
                                    <p:set>
                                      <p:cBhvr>
                                        <p:cTn id="32" dur="1" fill="hold">
                                          <p:stCondLst>
                                            <p:cond delay="0"/>
                                          </p:stCondLst>
                                        </p:cTn>
                                        <p:tgtEl>
                                          <p:spTgt spid="7">
                                            <p:txEl>
                                              <p:pRg st="1" end="1"/>
                                            </p:txEl>
                                          </p:spTgt>
                                        </p:tgtEl>
                                        <p:attrNameLst>
                                          <p:attrName>style.visibility</p:attrName>
                                        </p:attrNameLst>
                                      </p:cBhvr>
                                      <p:to>
                                        <p:strVal val="visible"/>
                                      </p:to>
                                    </p:set>
                                    <p:animEffect transition="in" filter="wheel(1)">
                                      <p:cBhvr>
                                        <p:cTn id="33" dur="2000"/>
                                        <p:tgtEl>
                                          <p:spTgt spid="7">
                                            <p:txEl>
                                              <p:pRg st="1" end="1"/>
                                            </p:txEl>
                                          </p:spTgt>
                                        </p:tgtEl>
                                      </p:cBhvr>
                                    </p:animEffect>
                                  </p:childTnLst>
                                </p:cTn>
                              </p:par>
                              <p:par>
                                <p:cTn id="34" presetID="21" presetClass="entr" presetSubtype="1" fill="hold" nodeType="withEffect">
                                  <p:stCondLst>
                                    <p:cond delay="0"/>
                                  </p:stCondLst>
                                  <p:childTnLst>
                                    <p:set>
                                      <p:cBhvr>
                                        <p:cTn id="35" dur="1" fill="hold">
                                          <p:stCondLst>
                                            <p:cond delay="0"/>
                                          </p:stCondLst>
                                        </p:cTn>
                                        <p:tgtEl>
                                          <p:spTgt spid="7">
                                            <p:txEl>
                                              <p:pRg st="2" end="2"/>
                                            </p:txEl>
                                          </p:spTgt>
                                        </p:tgtEl>
                                        <p:attrNameLst>
                                          <p:attrName>style.visibility</p:attrName>
                                        </p:attrNameLst>
                                      </p:cBhvr>
                                      <p:to>
                                        <p:strVal val="visible"/>
                                      </p:to>
                                    </p:set>
                                    <p:animEffect transition="in" filter="wheel(1)">
                                      <p:cBhvr>
                                        <p:cTn id="36" dur="2000"/>
                                        <p:tgtEl>
                                          <p:spTgt spid="7">
                                            <p:txEl>
                                              <p:pRg st="2" end="2"/>
                                            </p:txEl>
                                          </p:spTgt>
                                        </p:tgtEl>
                                      </p:cBhvr>
                                    </p:animEffect>
                                  </p:childTnLst>
                                </p:cTn>
                              </p:par>
                              <p:par>
                                <p:cTn id="37" presetID="21" presetClass="entr" presetSubtype="1" fill="hold" nodeType="withEffect">
                                  <p:stCondLst>
                                    <p:cond delay="0"/>
                                  </p:stCondLst>
                                  <p:childTnLst>
                                    <p:set>
                                      <p:cBhvr>
                                        <p:cTn id="38" dur="1" fill="hold">
                                          <p:stCondLst>
                                            <p:cond delay="0"/>
                                          </p:stCondLst>
                                        </p:cTn>
                                        <p:tgtEl>
                                          <p:spTgt spid="7">
                                            <p:txEl>
                                              <p:pRg st="3" end="3"/>
                                            </p:txEl>
                                          </p:spTgt>
                                        </p:tgtEl>
                                        <p:attrNameLst>
                                          <p:attrName>style.visibility</p:attrName>
                                        </p:attrNameLst>
                                      </p:cBhvr>
                                      <p:to>
                                        <p:strVal val="visible"/>
                                      </p:to>
                                    </p:set>
                                    <p:animEffect transition="in" filter="wheel(1)">
                                      <p:cBhvr>
                                        <p:cTn id="39" dur="2000"/>
                                        <p:tgtEl>
                                          <p:spTgt spid="7">
                                            <p:txEl>
                                              <p:pRg st="3" end="3"/>
                                            </p:txEl>
                                          </p:spTgt>
                                        </p:tgtEl>
                                      </p:cBhvr>
                                    </p:animEffect>
                                  </p:childTnLst>
                                </p:cTn>
                              </p:par>
                              <p:par>
                                <p:cTn id="40" presetID="21" presetClass="entr" presetSubtype="1" fill="hold" nodeType="with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wheel(1)">
                                      <p:cBhvr>
                                        <p:cTn id="42" dur="2000"/>
                                        <p:tgtEl>
                                          <p:spTgt spid="7">
                                            <p:txEl>
                                              <p:pRg st="4" end="4"/>
                                            </p:txEl>
                                          </p:spTgt>
                                        </p:tgtEl>
                                      </p:cBhvr>
                                    </p:animEffect>
                                  </p:childTnLst>
                                </p:cTn>
                              </p:par>
                              <p:par>
                                <p:cTn id="43" presetID="21" presetClass="entr" presetSubtype="1" fill="hold" nodeType="withEffect">
                                  <p:stCondLst>
                                    <p:cond delay="0"/>
                                  </p:stCondLst>
                                  <p:childTnLst>
                                    <p:set>
                                      <p:cBhvr>
                                        <p:cTn id="44" dur="1" fill="hold">
                                          <p:stCondLst>
                                            <p:cond delay="0"/>
                                          </p:stCondLst>
                                        </p:cTn>
                                        <p:tgtEl>
                                          <p:spTgt spid="7">
                                            <p:txEl>
                                              <p:pRg st="5" end="5"/>
                                            </p:txEl>
                                          </p:spTgt>
                                        </p:tgtEl>
                                        <p:attrNameLst>
                                          <p:attrName>style.visibility</p:attrName>
                                        </p:attrNameLst>
                                      </p:cBhvr>
                                      <p:to>
                                        <p:strVal val="visible"/>
                                      </p:to>
                                    </p:set>
                                    <p:animEffect transition="in" filter="wheel(1)">
                                      <p:cBhvr>
                                        <p:cTn id="45" dur="2000"/>
                                        <p:tgtEl>
                                          <p:spTgt spid="7">
                                            <p:txEl>
                                              <p:pRg st="5" end="5"/>
                                            </p:txEl>
                                          </p:spTgt>
                                        </p:tgtEl>
                                      </p:cBhvr>
                                    </p:animEffect>
                                  </p:childTnLst>
                                </p:cTn>
                              </p:par>
                              <p:par>
                                <p:cTn id="46" presetID="21" presetClass="entr" presetSubtype="1" fill="hold" nodeType="withEffect">
                                  <p:stCondLst>
                                    <p:cond delay="0"/>
                                  </p:stCondLst>
                                  <p:childTnLst>
                                    <p:set>
                                      <p:cBhvr>
                                        <p:cTn id="47" dur="1" fill="hold">
                                          <p:stCondLst>
                                            <p:cond delay="0"/>
                                          </p:stCondLst>
                                        </p:cTn>
                                        <p:tgtEl>
                                          <p:spTgt spid="7">
                                            <p:txEl>
                                              <p:pRg st="6" end="6"/>
                                            </p:txEl>
                                          </p:spTgt>
                                        </p:tgtEl>
                                        <p:attrNameLst>
                                          <p:attrName>style.visibility</p:attrName>
                                        </p:attrNameLst>
                                      </p:cBhvr>
                                      <p:to>
                                        <p:strVal val="visible"/>
                                      </p:to>
                                    </p:set>
                                    <p:animEffect transition="in" filter="wheel(1)">
                                      <p:cBhvr>
                                        <p:cTn id="48" dur="2000"/>
                                        <p:tgtEl>
                                          <p:spTgt spid="7">
                                            <p:txEl>
                                              <p:pRg st="6" end="6"/>
                                            </p:txEl>
                                          </p:spTgt>
                                        </p:tgtEl>
                                      </p:cBhvr>
                                    </p:animEffect>
                                  </p:childTnLst>
                                </p:cTn>
                              </p:par>
                              <p:par>
                                <p:cTn id="49" presetID="21" presetClass="entr" presetSubtype="1" fill="hold" nodeType="withEffect">
                                  <p:stCondLst>
                                    <p:cond delay="0"/>
                                  </p:stCondLst>
                                  <p:childTnLst>
                                    <p:set>
                                      <p:cBhvr>
                                        <p:cTn id="50" dur="1" fill="hold">
                                          <p:stCondLst>
                                            <p:cond delay="0"/>
                                          </p:stCondLst>
                                        </p:cTn>
                                        <p:tgtEl>
                                          <p:spTgt spid="7">
                                            <p:txEl>
                                              <p:pRg st="7" end="7"/>
                                            </p:txEl>
                                          </p:spTgt>
                                        </p:tgtEl>
                                        <p:attrNameLst>
                                          <p:attrName>style.visibility</p:attrName>
                                        </p:attrNameLst>
                                      </p:cBhvr>
                                      <p:to>
                                        <p:strVal val="visible"/>
                                      </p:to>
                                    </p:set>
                                    <p:animEffect transition="in" filter="wheel(1)">
                                      <p:cBhvr>
                                        <p:cTn id="51" dur="2000"/>
                                        <p:tgtEl>
                                          <p:spTgt spid="7">
                                            <p:txEl>
                                              <p:pRg st="7" end="7"/>
                                            </p:txEl>
                                          </p:spTgt>
                                        </p:tgtEl>
                                      </p:cBhvr>
                                    </p:animEffect>
                                  </p:childTnLst>
                                </p:cTn>
                              </p:par>
                              <p:par>
                                <p:cTn id="52" presetID="21" presetClass="entr" presetSubtype="1" fill="hold" nodeType="withEffect">
                                  <p:stCondLst>
                                    <p:cond delay="0"/>
                                  </p:stCondLst>
                                  <p:childTnLst>
                                    <p:set>
                                      <p:cBhvr>
                                        <p:cTn id="53" dur="1" fill="hold">
                                          <p:stCondLst>
                                            <p:cond delay="0"/>
                                          </p:stCondLst>
                                        </p:cTn>
                                        <p:tgtEl>
                                          <p:spTgt spid="7">
                                            <p:txEl>
                                              <p:pRg st="8" end="8"/>
                                            </p:txEl>
                                          </p:spTgt>
                                        </p:tgtEl>
                                        <p:attrNameLst>
                                          <p:attrName>style.visibility</p:attrName>
                                        </p:attrNameLst>
                                      </p:cBhvr>
                                      <p:to>
                                        <p:strVal val="visible"/>
                                      </p:to>
                                    </p:set>
                                    <p:animEffect transition="in" filter="wheel(1)">
                                      <p:cBhvr>
                                        <p:cTn id="54" dur="2000"/>
                                        <p:tgtEl>
                                          <p:spTgt spid="7">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pic>
        <p:nvPicPr>
          <p:cNvPr id="3078" name="Picture 6" descr="Redmine - Hướng dẫn sử dụng Redmine để quản lý công việc (Phần 1) - Trang  tin tức từ Cloud365 - Nhân Hòa"/>
          <p:cNvPicPr>
            <a:picLocks noChangeAspect="1" noChangeArrowheads="1"/>
          </p:cNvPicPr>
          <p:nvPr/>
        </p:nvPicPr>
        <p:blipFill rotWithShape="1">
          <a:blip r:embed="rId3">
            <a:extLst>
              <a:ext uri="{28A0092B-C50C-407E-A947-70E740481C1C}">
                <a14:useLocalDpi xmlns:a14="http://schemas.microsoft.com/office/drawing/2010/main" val="0"/>
              </a:ext>
            </a:extLst>
          </a:blip>
          <a:srcRect r="66124"/>
          <a:stretch/>
        </p:blipFill>
        <p:spPr bwMode="auto">
          <a:xfrm>
            <a:off x="8093874" y="584775"/>
            <a:ext cx="3270812" cy="4945527"/>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3080" name="Picture 8" descr="Redmine Các phần mềm thay thế và phần mềm tương tự - ProgSoft.net"/>
          <p:cNvPicPr>
            <a:picLocks noChangeAspect="1" noChangeArrowheads="1"/>
          </p:cNvPicPr>
          <p:nvPr/>
        </p:nvPicPr>
        <p:blipFill rotWithShape="1">
          <a:blip r:embed="rId4">
            <a:extLst>
              <a:ext uri="{28A0092B-C50C-407E-A947-70E740481C1C}">
                <a14:useLocalDpi xmlns:a14="http://schemas.microsoft.com/office/drawing/2010/main" val="0"/>
              </a:ext>
            </a:extLst>
          </a:blip>
          <a:srcRect r="34383" b="23252"/>
          <a:stretch/>
        </p:blipFill>
        <p:spPr bwMode="auto">
          <a:xfrm>
            <a:off x="1228417" y="3429000"/>
            <a:ext cx="5164145" cy="3028063"/>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686A3EB9-DF10-415E-B4E8-18DE2BFB2E18}"/>
              </a:ext>
            </a:extLst>
          </p:cNvPr>
          <p:cNvSpPr txBox="1"/>
          <p:nvPr/>
        </p:nvSpPr>
        <p:spPr>
          <a:xfrm>
            <a:off x="211016" y="150080"/>
            <a:ext cx="6575781" cy="584775"/>
          </a:xfrm>
          <a:prstGeom prst="rect">
            <a:avLst/>
          </a:prstGeom>
          <a:noFill/>
        </p:spPr>
        <p:txBody>
          <a:bodyPr wrap="square" rtlCol="0">
            <a:spAutoFit/>
          </a:bodyPr>
          <a:lstStyle/>
          <a:p>
            <a:r>
              <a:rPr lang="vi-VN" sz="3200" dirty="0">
                <a:ln w="0"/>
                <a:solidFill>
                  <a:schemeClr val="accent1"/>
                </a:solidFill>
                <a:effectLst>
                  <a:outerShdw blurRad="38100" dist="25400" dir="5400000" algn="ctr" rotWithShape="0">
                    <a:srgbClr val="6E747A">
                      <a:alpha val="43000"/>
                    </a:srgbClr>
                  </a:outerShdw>
                </a:effectLst>
                <a:latin typeface="+mj-lt"/>
              </a:rPr>
              <a:t>5.</a:t>
            </a:r>
            <a:r>
              <a:rPr lang="en-US" sz="3200" dirty="0">
                <a:ln w="0"/>
                <a:solidFill>
                  <a:schemeClr val="accent1"/>
                </a:solidFill>
                <a:effectLst>
                  <a:outerShdw blurRad="38100" dist="25400" dir="5400000" algn="ctr" rotWithShape="0">
                    <a:srgbClr val="6E747A">
                      <a:alpha val="43000"/>
                    </a:srgbClr>
                  </a:outerShdw>
                </a:effectLst>
                <a:latin typeface="+mj-lt"/>
              </a:rPr>
              <a:t> </a:t>
            </a:r>
            <a:r>
              <a:rPr lang="vi-VN" sz="3200" dirty="0">
                <a:ln w="0"/>
                <a:solidFill>
                  <a:schemeClr val="accent1"/>
                </a:solidFill>
                <a:effectLst>
                  <a:outerShdw blurRad="38100" dist="25400" dir="5400000" algn="ctr" rotWithShape="0">
                    <a:srgbClr val="6E747A">
                      <a:alpha val="43000"/>
                    </a:srgbClr>
                  </a:outerShdw>
                </a:effectLst>
                <a:latin typeface="+mj-lt"/>
              </a:rPr>
              <a:t>Ưu và nhược điểm của</a:t>
            </a:r>
            <a:r>
              <a:rPr lang="en-US" sz="3200" dirty="0">
                <a:ln w="0"/>
                <a:solidFill>
                  <a:schemeClr val="accent1"/>
                </a:solidFill>
                <a:effectLst>
                  <a:outerShdw blurRad="38100" dist="25400" dir="5400000" algn="ctr" rotWithShape="0">
                    <a:srgbClr val="6E747A">
                      <a:alpha val="43000"/>
                    </a:srgbClr>
                  </a:outerShdw>
                </a:effectLst>
                <a:latin typeface="+mj-lt"/>
              </a:rPr>
              <a:t> </a:t>
            </a:r>
            <a:r>
              <a:rPr lang="vi-VN" sz="3200" dirty="0">
                <a:ln w="0"/>
                <a:solidFill>
                  <a:schemeClr val="accent1"/>
                </a:solidFill>
                <a:effectLst>
                  <a:outerShdw blurRad="38100" dist="25400" dir="5400000" algn="ctr" rotWithShape="0">
                    <a:srgbClr val="6E747A">
                      <a:alpha val="43000"/>
                    </a:srgbClr>
                  </a:outerShdw>
                </a:effectLst>
                <a:latin typeface="+mj-lt"/>
              </a:rPr>
              <a:t>REDMINE</a:t>
            </a:r>
            <a:endParaRPr lang="en-US" sz="3200" dirty="0">
              <a:ln w="0"/>
              <a:solidFill>
                <a:schemeClr val="accent1"/>
              </a:solidFill>
              <a:effectLst>
                <a:outerShdw blurRad="38100" dist="25400" dir="5400000" algn="ctr" rotWithShape="0">
                  <a:srgbClr val="6E747A">
                    <a:alpha val="43000"/>
                  </a:srgbClr>
                </a:outerShdw>
              </a:effectLst>
              <a:latin typeface="+mj-lt"/>
            </a:endParaRPr>
          </a:p>
        </p:txBody>
      </p:sp>
      <p:sp>
        <p:nvSpPr>
          <p:cNvPr id="10" name="TextBox 9">
            <a:extLst>
              <a:ext uri="{FF2B5EF4-FFF2-40B4-BE49-F238E27FC236}">
                <a16:creationId xmlns:a16="http://schemas.microsoft.com/office/drawing/2014/main" id="{B26F1B5B-6F79-4D35-9FE1-1132A0B7312C}"/>
              </a:ext>
            </a:extLst>
          </p:cNvPr>
          <p:cNvSpPr txBox="1"/>
          <p:nvPr/>
        </p:nvSpPr>
        <p:spPr>
          <a:xfrm>
            <a:off x="580571" y="932809"/>
            <a:ext cx="6850743" cy="2677656"/>
          </a:xfrm>
          <a:prstGeom prst="rect">
            <a:avLst/>
          </a:prstGeom>
          <a:noFill/>
        </p:spPr>
        <p:txBody>
          <a:bodyPr wrap="square" rtlCol="0">
            <a:spAutoFit/>
          </a:bodyPr>
          <a:lstStyle/>
          <a:p>
            <a:r>
              <a:rPr lang="vi-VN" sz="2400" b="1" dirty="0">
                <a:latin typeface="+mj-lt"/>
              </a:rPr>
              <a:t>Ưu điểm: </a:t>
            </a:r>
            <a:r>
              <a:rPr lang="vi-VN" sz="2400" dirty="0">
                <a:latin typeface="+mj-lt"/>
              </a:rPr>
              <a:t>Được thể hiện rõ ở tính năng như đã nói ở phần đầu; Cài đặt đơn giản và miễn phí đối với người sử dụng; Tạo hữu ích trong quản lý dự án cho bạn.</a:t>
            </a:r>
            <a:endParaRPr lang="en-US" sz="2400" dirty="0">
              <a:latin typeface="+mj-lt"/>
            </a:endParaRPr>
          </a:p>
          <a:p>
            <a:endParaRPr lang="vi-VN" sz="2400" dirty="0">
              <a:latin typeface="+mj-lt"/>
            </a:endParaRPr>
          </a:p>
          <a:p>
            <a:r>
              <a:rPr lang="vi-VN" sz="2400" b="1" dirty="0">
                <a:latin typeface="+mj-lt"/>
              </a:rPr>
              <a:t>Nhược điểm: </a:t>
            </a:r>
            <a:r>
              <a:rPr lang="vi-VN" sz="2400" dirty="0">
                <a:latin typeface="+mj-lt"/>
              </a:rPr>
              <a:t>Giao diện hiện thì đơn giản, không bắt mắt đến mức nhàm chán</a:t>
            </a:r>
          </a:p>
          <a:p>
            <a:endParaRPr lang="en-US" sz="2400" dirty="0">
              <a:latin typeface="+mj-lt"/>
            </a:endParaRPr>
          </a:p>
        </p:txBody>
      </p:sp>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078"/>
                                        </p:tgtEl>
                                        <p:attrNameLst>
                                          <p:attrName>style.visibility</p:attrName>
                                        </p:attrNameLst>
                                      </p:cBhvr>
                                      <p:to>
                                        <p:strVal val="visible"/>
                                      </p:to>
                                    </p:set>
                                    <p:animEffect transition="in" filter="fade">
                                      <p:cBhvr>
                                        <p:cTn id="7" dur="1000"/>
                                        <p:tgtEl>
                                          <p:spTgt spid="3078"/>
                                        </p:tgtEl>
                                      </p:cBhvr>
                                    </p:animEffect>
                                    <p:anim calcmode="lin" valueType="num">
                                      <p:cBhvr>
                                        <p:cTn id="8" dur="1000" fill="hold"/>
                                        <p:tgtEl>
                                          <p:spTgt spid="3078"/>
                                        </p:tgtEl>
                                        <p:attrNameLst>
                                          <p:attrName>ppt_x</p:attrName>
                                        </p:attrNameLst>
                                      </p:cBhvr>
                                      <p:tavLst>
                                        <p:tav tm="0">
                                          <p:val>
                                            <p:strVal val="#ppt_x"/>
                                          </p:val>
                                        </p:tav>
                                        <p:tav tm="100000">
                                          <p:val>
                                            <p:strVal val="#ppt_x"/>
                                          </p:val>
                                        </p:tav>
                                      </p:tavLst>
                                    </p:anim>
                                    <p:anim calcmode="lin" valueType="num">
                                      <p:cBhvr>
                                        <p:cTn id="9" dur="1000" fill="hold"/>
                                        <p:tgtEl>
                                          <p:spTgt spid="3078"/>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080"/>
                                        </p:tgtEl>
                                        <p:attrNameLst>
                                          <p:attrName>style.visibility</p:attrName>
                                        </p:attrNameLst>
                                      </p:cBhvr>
                                      <p:to>
                                        <p:strVal val="visible"/>
                                      </p:to>
                                    </p:set>
                                    <p:animEffect transition="in" filter="fade">
                                      <p:cBhvr>
                                        <p:cTn id="12" dur="1000"/>
                                        <p:tgtEl>
                                          <p:spTgt spid="3080"/>
                                        </p:tgtEl>
                                      </p:cBhvr>
                                    </p:animEffect>
                                    <p:anim calcmode="lin" valueType="num">
                                      <p:cBhvr>
                                        <p:cTn id="13" dur="1000" fill="hold"/>
                                        <p:tgtEl>
                                          <p:spTgt spid="3080"/>
                                        </p:tgtEl>
                                        <p:attrNameLst>
                                          <p:attrName>ppt_x</p:attrName>
                                        </p:attrNameLst>
                                      </p:cBhvr>
                                      <p:tavLst>
                                        <p:tav tm="0">
                                          <p:val>
                                            <p:strVal val="#ppt_x"/>
                                          </p:val>
                                        </p:tav>
                                        <p:tav tm="100000">
                                          <p:val>
                                            <p:strVal val="#ppt_x"/>
                                          </p:val>
                                        </p:tav>
                                      </p:tavLst>
                                    </p:anim>
                                    <p:anim calcmode="lin" valueType="num">
                                      <p:cBhvr>
                                        <p:cTn id="14" dur="1000" fill="hold"/>
                                        <p:tgtEl>
                                          <p:spTgt spid="3080"/>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1000"/>
                                        <p:tgtEl>
                                          <p:spTgt spid="6"/>
                                        </p:tgtEl>
                                      </p:cBhvr>
                                    </p:animEffect>
                                    <p:anim calcmode="lin" valueType="num">
                                      <p:cBhvr>
                                        <p:cTn id="18" dur="1000" fill="hold"/>
                                        <p:tgtEl>
                                          <p:spTgt spid="6"/>
                                        </p:tgtEl>
                                        <p:attrNameLst>
                                          <p:attrName>ppt_x</p:attrName>
                                        </p:attrNameLst>
                                      </p:cBhvr>
                                      <p:tavLst>
                                        <p:tav tm="0">
                                          <p:val>
                                            <p:strVal val="#ppt_x"/>
                                          </p:val>
                                        </p:tav>
                                        <p:tav tm="100000">
                                          <p:val>
                                            <p:strVal val="#ppt_x"/>
                                          </p:val>
                                        </p:tav>
                                      </p:tavLst>
                                    </p:anim>
                                    <p:anim calcmode="lin" valueType="num">
                                      <p:cBhvr>
                                        <p:cTn id="1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16" presetClass="entr" presetSubtype="21" fill="hold" nodeType="clickEffect">
                                  <p:stCondLst>
                                    <p:cond delay="0"/>
                                  </p:stCondLst>
                                  <p:childTnLst>
                                    <p:set>
                                      <p:cBhvr>
                                        <p:cTn id="23" dur="1" fill="hold">
                                          <p:stCondLst>
                                            <p:cond delay="0"/>
                                          </p:stCondLst>
                                        </p:cTn>
                                        <p:tgtEl>
                                          <p:spTgt spid="10">
                                            <p:txEl>
                                              <p:pRg st="0" end="0"/>
                                            </p:txEl>
                                          </p:spTgt>
                                        </p:tgtEl>
                                        <p:attrNameLst>
                                          <p:attrName>style.visibility</p:attrName>
                                        </p:attrNameLst>
                                      </p:cBhvr>
                                      <p:to>
                                        <p:strVal val="visible"/>
                                      </p:to>
                                    </p:set>
                                    <p:animEffect transition="in" filter="barn(inVertical)">
                                      <p:cBhvr>
                                        <p:cTn id="24" dur="500"/>
                                        <p:tgtEl>
                                          <p:spTgt spid="10">
                                            <p:txEl>
                                              <p:pRg st="0" end="0"/>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6" presetClass="entr" presetSubtype="21" fill="hold" nodeType="clickEffect">
                                  <p:stCondLst>
                                    <p:cond delay="0"/>
                                  </p:stCondLst>
                                  <p:childTnLst>
                                    <p:set>
                                      <p:cBhvr>
                                        <p:cTn id="28" dur="1" fill="hold">
                                          <p:stCondLst>
                                            <p:cond delay="0"/>
                                          </p:stCondLst>
                                        </p:cTn>
                                        <p:tgtEl>
                                          <p:spTgt spid="10">
                                            <p:txEl>
                                              <p:pRg st="2" end="2"/>
                                            </p:txEl>
                                          </p:spTgt>
                                        </p:tgtEl>
                                        <p:attrNameLst>
                                          <p:attrName>style.visibility</p:attrName>
                                        </p:attrNameLst>
                                      </p:cBhvr>
                                      <p:to>
                                        <p:strVal val="visible"/>
                                      </p:to>
                                    </p:set>
                                    <p:animEffect transition="in" filter="barn(inVertical)">
                                      <p:cBhvr>
                                        <p:cTn id="29" dur="500"/>
                                        <p:tgtEl>
                                          <p:spTgt spid="10">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595744"/>
            <a:ext cx="6184785" cy="796451"/>
          </a:xfrm>
        </p:spPr>
        <p:txBody>
          <a:bodyPr/>
          <a:lstStyle/>
          <a:p>
            <a:r>
              <a:rPr lang="en-US" sz="4400"/>
              <a:t>6.Hướng dẫn cài đặt</a:t>
            </a:r>
            <a:br>
              <a:rPr lang="en-US" sz="4400"/>
            </a:br>
            <a:endParaRPr lang="en-US" sz="2000" dirty="0"/>
          </a:p>
        </p:txBody>
      </p:sp>
      <p:sp>
        <p:nvSpPr>
          <p:cNvPr id="13" name="TextBox 12">
            <a:extLst>
              <a:ext uri="{FF2B5EF4-FFF2-40B4-BE49-F238E27FC236}">
                <a16:creationId xmlns:a16="http://schemas.microsoft.com/office/drawing/2014/main" id="{3A56366A-774C-C493-4A3C-DC461B20CC18}"/>
              </a:ext>
            </a:extLst>
          </p:cNvPr>
          <p:cNvSpPr txBox="1"/>
          <p:nvPr/>
        </p:nvSpPr>
        <p:spPr>
          <a:xfrm>
            <a:off x="4545128" y="4585314"/>
            <a:ext cx="2236769" cy="338554"/>
          </a:xfrm>
          <a:prstGeom prst="rect">
            <a:avLst/>
          </a:prstGeom>
          <a:noFill/>
        </p:spPr>
        <p:txBody>
          <a:bodyPr wrap="square" rtlCol="0">
            <a:spAutoFit/>
          </a:bodyPr>
          <a:lstStyle/>
          <a:p>
            <a:r>
              <a:rPr lang="en-US" sz="1600" b="1">
                <a:latin typeface="+mj-lt"/>
              </a:rPr>
              <a:t>Download Readmine</a:t>
            </a:r>
            <a:endParaRPr lang="en-US" sz="1600" dirty="0">
              <a:latin typeface="+mj-lt"/>
            </a:endParaRPr>
          </a:p>
        </p:txBody>
      </p:sp>
      <p:sp>
        <p:nvSpPr>
          <p:cNvPr id="15" name="TextBox 14">
            <a:extLst>
              <a:ext uri="{FF2B5EF4-FFF2-40B4-BE49-F238E27FC236}">
                <a16:creationId xmlns:a16="http://schemas.microsoft.com/office/drawing/2014/main" id="{E7BE89F4-7F43-DCBC-634F-941EB4247371}"/>
              </a:ext>
            </a:extLst>
          </p:cNvPr>
          <p:cNvSpPr txBox="1"/>
          <p:nvPr/>
        </p:nvSpPr>
        <p:spPr>
          <a:xfrm>
            <a:off x="924696" y="1482812"/>
            <a:ext cx="8349305" cy="461665"/>
          </a:xfrm>
          <a:prstGeom prst="rect">
            <a:avLst/>
          </a:prstGeom>
          <a:noFill/>
        </p:spPr>
        <p:txBody>
          <a:bodyPr wrap="square">
            <a:spAutoFit/>
          </a:bodyPr>
          <a:lstStyle/>
          <a:p>
            <a:r>
              <a:rPr lang="en-US" sz="2400"/>
              <a:t>Bước 1: vào link https://bitnami.com/stack/redmine/installer</a:t>
            </a:r>
          </a:p>
        </p:txBody>
      </p:sp>
      <p:pic>
        <p:nvPicPr>
          <p:cNvPr id="6" name="Picture 5" descr="Graphical user interface, website&#10;&#10;Description automatically generated">
            <a:extLst>
              <a:ext uri="{FF2B5EF4-FFF2-40B4-BE49-F238E27FC236}">
                <a16:creationId xmlns:a16="http://schemas.microsoft.com/office/drawing/2014/main" id="{CCBE0C57-A293-A15D-1BF5-DD33C655B5D8}"/>
              </a:ext>
            </a:extLst>
          </p:cNvPr>
          <p:cNvPicPr>
            <a:picLocks noChangeAspect="1"/>
          </p:cNvPicPr>
          <p:nvPr/>
        </p:nvPicPr>
        <p:blipFill>
          <a:blip r:embed="rId2"/>
          <a:stretch>
            <a:fillRect/>
          </a:stretch>
        </p:blipFill>
        <p:spPr>
          <a:xfrm>
            <a:off x="2594557" y="2035094"/>
            <a:ext cx="6137910" cy="4328795"/>
          </a:xfrm>
          <a:prstGeom prst="rect">
            <a:avLst/>
          </a:prstGeom>
        </p:spPr>
      </p:pic>
    </p:spTree>
    <p:extLst>
      <p:ext uri="{BB962C8B-B14F-4D97-AF65-F5344CB8AC3E}">
        <p14:creationId xmlns:p14="http://schemas.microsoft.com/office/powerpoint/2010/main" val="73236888"/>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Effect transition="in" filter="barn(inVertical)">
                                      <p:cBhvr>
                                        <p:cTn id="7" dur="500"/>
                                        <p:tgtEl>
                                          <p:spTgt spid="1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595744"/>
            <a:ext cx="5418666" cy="796451"/>
          </a:xfrm>
        </p:spPr>
        <p:txBody>
          <a:bodyPr/>
          <a:lstStyle/>
          <a:p>
            <a:r>
              <a:rPr lang="en-US" sz="4400"/>
              <a:t>6.Hướng dẫn cài đặt</a:t>
            </a:r>
            <a:br>
              <a:rPr lang="en-US" sz="4400"/>
            </a:br>
            <a:endParaRPr lang="en-US" sz="2000" dirty="0"/>
          </a:p>
        </p:txBody>
      </p:sp>
      <p:sp>
        <p:nvSpPr>
          <p:cNvPr id="13" name="TextBox 12">
            <a:extLst>
              <a:ext uri="{FF2B5EF4-FFF2-40B4-BE49-F238E27FC236}">
                <a16:creationId xmlns:a16="http://schemas.microsoft.com/office/drawing/2014/main" id="{3A56366A-774C-C493-4A3C-DC461B20CC18}"/>
              </a:ext>
            </a:extLst>
          </p:cNvPr>
          <p:cNvSpPr txBox="1"/>
          <p:nvPr/>
        </p:nvSpPr>
        <p:spPr>
          <a:xfrm>
            <a:off x="4335190" y="6011081"/>
            <a:ext cx="2236769" cy="338554"/>
          </a:xfrm>
          <a:prstGeom prst="rect">
            <a:avLst/>
          </a:prstGeom>
          <a:noFill/>
        </p:spPr>
        <p:txBody>
          <a:bodyPr wrap="square" rtlCol="0">
            <a:spAutoFit/>
          </a:bodyPr>
          <a:lstStyle/>
          <a:p>
            <a:r>
              <a:rPr lang="en-US" sz="1600" b="1">
                <a:latin typeface="+mj-lt"/>
              </a:rPr>
              <a:t>Setup Readmine</a:t>
            </a:r>
            <a:endParaRPr lang="en-US" sz="1600" dirty="0">
              <a:latin typeface="+mj-lt"/>
            </a:endParaRPr>
          </a:p>
        </p:txBody>
      </p:sp>
      <p:sp>
        <p:nvSpPr>
          <p:cNvPr id="15" name="TextBox 14">
            <a:extLst>
              <a:ext uri="{FF2B5EF4-FFF2-40B4-BE49-F238E27FC236}">
                <a16:creationId xmlns:a16="http://schemas.microsoft.com/office/drawing/2014/main" id="{E7BE89F4-7F43-DCBC-634F-941EB4247371}"/>
              </a:ext>
            </a:extLst>
          </p:cNvPr>
          <p:cNvSpPr txBox="1"/>
          <p:nvPr/>
        </p:nvSpPr>
        <p:spPr>
          <a:xfrm>
            <a:off x="924696" y="1482812"/>
            <a:ext cx="8349305" cy="461665"/>
          </a:xfrm>
          <a:prstGeom prst="rect">
            <a:avLst/>
          </a:prstGeom>
          <a:noFill/>
        </p:spPr>
        <p:txBody>
          <a:bodyPr wrap="square">
            <a:spAutoFit/>
          </a:bodyPr>
          <a:lstStyle/>
          <a:p>
            <a:r>
              <a:rPr lang="en-US" sz="2400"/>
              <a:t>Bước 2: Set up</a:t>
            </a:r>
          </a:p>
        </p:txBody>
      </p:sp>
      <p:pic>
        <p:nvPicPr>
          <p:cNvPr id="4" name="Picture 3">
            <a:extLst>
              <a:ext uri="{FF2B5EF4-FFF2-40B4-BE49-F238E27FC236}">
                <a16:creationId xmlns:a16="http://schemas.microsoft.com/office/drawing/2014/main" id="{B6165FD3-71C9-1412-4EE6-39FE152C14B2}"/>
              </a:ext>
            </a:extLst>
          </p:cNvPr>
          <p:cNvPicPr>
            <a:picLocks noChangeAspect="1"/>
          </p:cNvPicPr>
          <p:nvPr/>
        </p:nvPicPr>
        <p:blipFill>
          <a:blip r:embed="rId2"/>
          <a:stretch>
            <a:fillRect/>
          </a:stretch>
        </p:blipFill>
        <p:spPr>
          <a:xfrm>
            <a:off x="2837611" y="1981924"/>
            <a:ext cx="4836512" cy="4029157"/>
          </a:xfrm>
          <a:prstGeom prst="rect">
            <a:avLst/>
          </a:prstGeom>
        </p:spPr>
      </p:pic>
    </p:spTree>
    <p:extLst>
      <p:ext uri="{BB962C8B-B14F-4D97-AF65-F5344CB8AC3E}">
        <p14:creationId xmlns:p14="http://schemas.microsoft.com/office/powerpoint/2010/main" val="3667578940"/>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Effect transition="in" filter="barn(inVertical)">
                                      <p:cBhvr>
                                        <p:cTn id="7" dur="500"/>
                                        <p:tgtEl>
                                          <p:spTgt spid="1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595744"/>
            <a:ext cx="5418666" cy="796451"/>
          </a:xfrm>
        </p:spPr>
        <p:txBody>
          <a:bodyPr/>
          <a:lstStyle/>
          <a:p>
            <a:r>
              <a:rPr lang="en-US" sz="4400"/>
              <a:t>6.Hướng dẫn cài đặt</a:t>
            </a:r>
            <a:br>
              <a:rPr lang="en-US" sz="4400"/>
            </a:br>
            <a:endParaRPr lang="en-US" sz="2000" dirty="0"/>
          </a:p>
        </p:txBody>
      </p:sp>
      <p:sp>
        <p:nvSpPr>
          <p:cNvPr id="13" name="TextBox 12">
            <a:extLst>
              <a:ext uri="{FF2B5EF4-FFF2-40B4-BE49-F238E27FC236}">
                <a16:creationId xmlns:a16="http://schemas.microsoft.com/office/drawing/2014/main" id="{3A56366A-774C-C493-4A3C-DC461B20CC18}"/>
              </a:ext>
            </a:extLst>
          </p:cNvPr>
          <p:cNvSpPr txBox="1"/>
          <p:nvPr/>
        </p:nvSpPr>
        <p:spPr>
          <a:xfrm>
            <a:off x="4335190" y="6011081"/>
            <a:ext cx="2236769" cy="338554"/>
          </a:xfrm>
          <a:prstGeom prst="rect">
            <a:avLst/>
          </a:prstGeom>
          <a:noFill/>
        </p:spPr>
        <p:txBody>
          <a:bodyPr wrap="square" rtlCol="0">
            <a:spAutoFit/>
          </a:bodyPr>
          <a:lstStyle/>
          <a:p>
            <a:r>
              <a:rPr lang="en-US" sz="1600" b="1">
                <a:latin typeface="+mj-lt"/>
              </a:rPr>
              <a:t>Setup Readmine</a:t>
            </a:r>
            <a:endParaRPr lang="en-US" sz="1600" dirty="0">
              <a:latin typeface="+mj-lt"/>
            </a:endParaRPr>
          </a:p>
        </p:txBody>
      </p:sp>
      <p:sp>
        <p:nvSpPr>
          <p:cNvPr id="15" name="TextBox 14">
            <a:extLst>
              <a:ext uri="{FF2B5EF4-FFF2-40B4-BE49-F238E27FC236}">
                <a16:creationId xmlns:a16="http://schemas.microsoft.com/office/drawing/2014/main" id="{E7BE89F4-7F43-DCBC-634F-941EB4247371}"/>
              </a:ext>
            </a:extLst>
          </p:cNvPr>
          <p:cNvSpPr txBox="1"/>
          <p:nvPr/>
        </p:nvSpPr>
        <p:spPr>
          <a:xfrm>
            <a:off x="924696" y="1482812"/>
            <a:ext cx="8349305" cy="461665"/>
          </a:xfrm>
          <a:prstGeom prst="rect">
            <a:avLst/>
          </a:prstGeom>
          <a:noFill/>
        </p:spPr>
        <p:txBody>
          <a:bodyPr wrap="square">
            <a:spAutoFit/>
          </a:bodyPr>
          <a:lstStyle/>
          <a:p>
            <a:r>
              <a:rPr lang="en-US" sz="2400"/>
              <a:t>Bước 3: Setup tài khoản Admin</a:t>
            </a:r>
          </a:p>
        </p:txBody>
      </p:sp>
      <p:pic>
        <p:nvPicPr>
          <p:cNvPr id="5" name="Picture 4">
            <a:extLst>
              <a:ext uri="{FF2B5EF4-FFF2-40B4-BE49-F238E27FC236}">
                <a16:creationId xmlns:a16="http://schemas.microsoft.com/office/drawing/2014/main" id="{8384C6ED-19BD-5077-2350-FECCACCD55F4}"/>
              </a:ext>
            </a:extLst>
          </p:cNvPr>
          <p:cNvPicPr>
            <a:picLocks noChangeAspect="1"/>
          </p:cNvPicPr>
          <p:nvPr/>
        </p:nvPicPr>
        <p:blipFill>
          <a:blip r:embed="rId2"/>
          <a:stretch>
            <a:fillRect/>
          </a:stretch>
        </p:blipFill>
        <p:spPr>
          <a:xfrm>
            <a:off x="2926236" y="1999700"/>
            <a:ext cx="4656963" cy="3956158"/>
          </a:xfrm>
          <a:prstGeom prst="rect">
            <a:avLst/>
          </a:prstGeom>
        </p:spPr>
      </p:pic>
    </p:spTree>
    <p:extLst>
      <p:ext uri="{BB962C8B-B14F-4D97-AF65-F5344CB8AC3E}">
        <p14:creationId xmlns:p14="http://schemas.microsoft.com/office/powerpoint/2010/main" val="1477860533"/>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Effect transition="in" filter="barn(inVertical)">
                                      <p:cBhvr>
                                        <p:cTn id="7" dur="500"/>
                                        <p:tgtEl>
                                          <p:spTgt spid="1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595744"/>
            <a:ext cx="5911906" cy="796451"/>
          </a:xfrm>
        </p:spPr>
        <p:txBody>
          <a:bodyPr/>
          <a:lstStyle/>
          <a:p>
            <a:r>
              <a:rPr lang="en-US" sz="4400"/>
              <a:t>6.Hướng dẫn cài đặt</a:t>
            </a:r>
            <a:br>
              <a:rPr lang="en-US" sz="4400"/>
            </a:br>
            <a:endParaRPr lang="en-US" sz="2000" dirty="0"/>
          </a:p>
        </p:txBody>
      </p:sp>
      <p:sp>
        <p:nvSpPr>
          <p:cNvPr id="13" name="TextBox 12">
            <a:extLst>
              <a:ext uri="{FF2B5EF4-FFF2-40B4-BE49-F238E27FC236}">
                <a16:creationId xmlns:a16="http://schemas.microsoft.com/office/drawing/2014/main" id="{3A56366A-774C-C493-4A3C-DC461B20CC18}"/>
              </a:ext>
            </a:extLst>
          </p:cNvPr>
          <p:cNvSpPr txBox="1"/>
          <p:nvPr/>
        </p:nvSpPr>
        <p:spPr>
          <a:xfrm>
            <a:off x="3362095" y="5923702"/>
            <a:ext cx="3227145" cy="338554"/>
          </a:xfrm>
          <a:prstGeom prst="rect">
            <a:avLst/>
          </a:prstGeom>
          <a:noFill/>
        </p:spPr>
        <p:txBody>
          <a:bodyPr wrap="square" rtlCol="0">
            <a:spAutoFit/>
          </a:bodyPr>
          <a:lstStyle/>
          <a:p>
            <a:r>
              <a:rPr lang="en-US" sz="1600" b="1">
                <a:latin typeface="+mj-lt"/>
              </a:rPr>
              <a:t>Đăng nhập tài khoản Admin</a:t>
            </a:r>
            <a:endParaRPr lang="en-US" sz="1600" dirty="0">
              <a:latin typeface="+mj-lt"/>
            </a:endParaRPr>
          </a:p>
        </p:txBody>
      </p:sp>
      <p:sp>
        <p:nvSpPr>
          <p:cNvPr id="15" name="TextBox 14">
            <a:extLst>
              <a:ext uri="{FF2B5EF4-FFF2-40B4-BE49-F238E27FC236}">
                <a16:creationId xmlns:a16="http://schemas.microsoft.com/office/drawing/2014/main" id="{E7BE89F4-7F43-DCBC-634F-941EB4247371}"/>
              </a:ext>
            </a:extLst>
          </p:cNvPr>
          <p:cNvSpPr txBox="1"/>
          <p:nvPr/>
        </p:nvSpPr>
        <p:spPr>
          <a:xfrm>
            <a:off x="924696" y="1482812"/>
            <a:ext cx="8349305" cy="830997"/>
          </a:xfrm>
          <a:prstGeom prst="rect">
            <a:avLst/>
          </a:prstGeom>
          <a:noFill/>
        </p:spPr>
        <p:txBody>
          <a:bodyPr wrap="square">
            <a:spAutoFit/>
          </a:bodyPr>
          <a:lstStyle/>
          <a:p>
            <a:r>
              <a:rPr lang="en-US" sz="2400"/>
              <a:t>Bước 4: Sau khi setup tài khoản admin xong chúng ta đăng nhập vào </a:t>
            </a:r>
          </a:p>
        </p:txBody>
      </p:sp>
      <p:pic>
        <p:nvPicPr>
          <p:cNvPr id="9" name="Picture 8">
            <a:extLst>
              <a:ext uri="{FF2B5EF4-FFF2-40B4-BE49-F238E27FC236}">
                <a16:creationId xmlns:a16="http://schemas.microsoft.com/office/drawing/2014/main" id="{5C4D79F7-53F4-FCB1-7D8E-2A23880BC43A}"/>
              </a:ext>
            </a:extLst>
          </p:cNvPr>
          <p:cNvPicPr>
            <a:picLocks noChangeAspect="1"/>
          </p:cNvPicPr>
          <p:nvPr/>
        </p:nvPicPr>
        <p:blipFill>
          <a:blip r:embed="rId2"/>
          <a:stretch>
            <a:fillRect/>
          </a:stretch>
        </p:blipFill>
        <p:spPr>
          <a:xfrm>
            <a:off x="835657" y="2519278"/>
            <a:ext cx="9514703" cy="2358517"/>
          </a:xfrm>
          <a:prstGeom prst="rect">
            <a:avLst/>
          </a:prstGeom>
        </p:spPr>
      </p:pic>
    </p:spTree>
    <p:extLst>
      <p:ext uri="{BB962C8B-B14F-4D97-AF65-F5344CB8AC3E}">
        <p14:creationId xmlns:p14="http://schemas.microsoft.com/office/powerpoint/2010/main" val="1227745950"/>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Effect transition="in" filter="barn(inVertical)">
                                      <p:cBhvr>
                                        <p:cTn id="7" dur="500"/>
                                        <p:tgtEl>
                                          <p:spTgt spid="1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595744"/>
            <a:ext cx="8878558" cy="796451"/>
          </a:xfrm>
        </p:spPr>
        <p:txBody>
          <a:bodyPr/>
          <a:lstStyle/>
          <a:p>
            <a:r>
              <a:rPr lang="en-US" sz="4400"/>
              <a:t>7. Hướng dẫn sử dụng REDMINE</a:t>
            </a:r>
            <a:br>
              <a:rPr lang="en-US" sz="4400"/>
            </a:br>
            <a:endParaRPr lang="en-US" sz="2000" dirty="0"/>
          </a:p>
        </p:txBody>
      </p:sp>
      <p:sp>
        <p:nvSpPr>
          <p:cNvPr id="15" name="TextBox 14">
            <a:extLst>
              <a:ext uri="{FF2B5EF4-FFF2-40B4-BE49-F238E27FC236}">
                <a16:creationId xmlns:a16="http://schemas.microsoft.com/office/drawing/2014/main" id="{E7BE89F4-7F43-DCBC-634F-941EB4247371}"/>
              </a:ext>
            </a:extLst>
          </p:cNvPr>
          <p:cNvSpPr txBox="1"/>
          <p:nvPr/>
        </p:nvSpPr>
        <p:spPr>
          <a:xfrm>
            <a:off x="924696" y="1482812"/>
            <a:ext cx="5517293" cy="461665"/>
          </a:xfrm>
          <a:prstGeom prst="rect">
            <a:avLst/>
          </a:prstGeom>
          <a:noFill/>
        </p:spPr>
        <p:txBody>
          <a:bodyPr wrap="square">
            <a:spAutoFit/>
          </a:bodyPr>
          <a:lstStyle/>
          <a:p>
            <a:r>
              <a:rPr lang="en-US" sz="2400"/>
              <a:t>Ở đây mình có thể quản lý tài khoản</a:t>
            </a:r>
          </a:p>
        </p:txBody>
      </p:sp>
      <p:pic>
        <p:nvPicPr>
          <p:cNvPr id="4" name="Picture 3">
            <a:extLst>
              <a:ext uri="{FF2B5EF4-FFF2-40B4-BE49-F238E27FC236}">
                <a16:creationId xmlns:a16="http://schemas.microsoft.com/office/drawing/2014/main" id="{7A1621D2-DE3D-A6E2-703D-0EBC9F334718}"/>
              </a:ext>
            </a:extLst>
          </p:cNvPr>
          <p:cNvPicPr>
            <a:picLocks noChangeAspect="1"/>
          </p:cNvPicPr>
          <p:nvPr/>
        </p:nvPicPr>
        <p:blipFill>
          <a:blip r:embed="rId2"/>
          <a:stretch>
            <a:fillRect/>
          </a:stretch>
        </p:blipFill>
        <p:spPr>
          <a:xfrm>
            <a:off x="1589903" y="2404426"/>
            <a:ext cx="8031892" cy="3157400"/>
          </a:xfrm>
          <a:prstGeom prst="rect">
            <a:avLst/>
          </a:prstGeom>
        </p:spPr>
      </p:pic>
    </p:spTree>
    <p:extLst>
      <p:ext uri="{BB962C8B-B14F-4D97-AF65-F5344CB8AC3E}">
        <p14:creationId xmlns:p14="http://schemas.microsoft.com/office/powerpoint/2010/main" val="633089121"/>
      </p:ext>
    </p:extLst>
  </p:cSld>
  <p:clrMapOvr>
    <a:masterClrMapping/>
  </p:clrMapOvr>
  <p:transition spd="slow">
    <p:wip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595744"/>
            <a:ext cx="8878558" cy="796451"/>
          </a:xfrm>
        </p:spPr>
        <p:txBody>
          <a:bodyPr/>
          <a:lstStyle/>
          <a:p>
            <a:r>
              <a:rPr lang="en-US" sz="4400"/>
              <a:t>7. Hướng dẫn sử dụng REDMINE</a:t>
            </a:r>
            <a:br>
              <a:rPr lang="en-US" sz="4400"/>
            </a:br>
            <a:endParaRPr lang="en-US" sz="2000" dirty="0"/>
          </a:p>
        </p:txBody>
      </p:sp>
      <p:sp>
        <p:nvSpPr>
          <p:cNvPr id="15" name="TextBox 14">
            <a:extLst>
              <a:ext uri="{FF2B5EF4-FFF2-40B4-BE49-F238E27FC236}">
                <a16:creationId xmlns:a16="http://schemas.microsoft.com/office/drawing/2014/main" id="{E7BE89F4-7F43-DCBC-634F-941EB4247371}"/>
              </a:ext>
            </a:extLst>
          </p:cNvPr>
          <p:cNvSpPr txBox="1"/>
          <p:nvPr/>
        </p:nvSpPr>
        <p:spPr>
          <a:xfrm>
            <a:off x="924697" y="1482812"/>
            <a:ext cx="3235412" cy="461665"/>
          </a:xfrm>
          <a:prstGeom prst="rect">
            <a:avLst/>
          </a:prstGeom>
          <a:noFill/>
        </p:spPr>
        <p:txBody>
          <a:bodyPr wrap="square">
            <a:spAutoFit/>
          </a:bodyPr>
          <a:lstStyle/>
          <a:p>
            <a:r>
              <a:rPr lang="en-US" sz="2400"/>
              <a:t>Quản lý dự án</a:t>
            </a:r>
          </a:p>
        </p:txBody>
      </p:sp>
      <p:pic>
        <p:nvPicPr>
          <p:cNvPr id="6" name="Picture 5">
            <a:extLst>
              <a:ext uri="{FF2B5EF4-FFF2-40B4-BE49-F238E27FC236}">
                <a16:creationId xmlns:a16="http://schemas.microsoft.com/office/drawing/2014/main" id="{A54F4F9C-DCC4-72F5-475A-A7D412D44F9D}"/>
              </a:ext>
            </a:extLst>
          </p:cNvPr>
          <p:cNvPicPr>
            <a:picLocks noChangeAspect="1"/>
          </p:cNvPicPr>
          <p:nvPr/>
        </p:nvPicPr>
        <p:blipFill>
          <a:blip r:embed="rId2"/>
          <a:stretch>
            <a:fillRect/>
          </a:stretch>
        </p:blipFill>
        <p:spPr>
          <a:xfrm>
            <a:off x="1145060" y="2404426"/>
            <a:ext cx="8777678" cy="3175024"/>
          </a:xfrm>
          <a:prstGeom prst="rect">
            <a:avLst/>
          </a:prstGeom>
        </p:spPr>
      </p:pic>
    </p:spTree>
    <p:extLst>
      <p:ext uri="{BB962C8B-B14F-4D97-AF65-F5344CB8AC3E}">
        <p14:creationId xmlns:p14="http://schemas.microsoft.com/office/powerpoint/2010/main" val="2057783690"/>
      </p:ext>
    </p:extLst>
  </p:cSld>
  <p:clrMapOvr>
    <a:masterClrMapping/>
  </p:clrMapOvr>
  <p:transition spd="slow">
    <p:wip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595744"/>
            <a:ext cx="8878558" cy="796451"/>
          </a:xfrm>
        </p:spPr>
        <p:txBody>
          <a:bodyPr/>
          <a:lstStyle/>
          <a:p>
            <a:r>
              <a:rPr lang="en-US" sz="4400"/>
              <a:t>7. Hướng dẫn sử dụng REDMINE</a:t>
            </a:r>
            <a:br>
              <a:rPr lang="en-US" sz="4400"/>
            </a:br>
            <a:endParaRPr lang="en-US" sz="2000" dirty="0"/>
          </a:p>
        </p:txBody>
      </p:sp>
      <p:sp>
        <p:nvSpPr>
          <p:cNvPr id="15" name="TextBox 14">
            <a:extLst>
              <a:ext uri="{FF2B5EF4-FFF2-40B4-BE49-F238E27FC236}">
                <a16:creationId xmlns:a16="http://schemas.microsoft.com/office/drawing/2014/main" id="{E7BE89F4-7F43-DCBC-634F-941EB4247371}"/>
              </a:ext>
            </a:extLst>
          </p:cNvPr>
          <p:cNvSpPr txBox="1"/>
          <p:nvPr/>
        </p:nvSpPr>
        <p:spPr>
          <a:xfrm>
            <a:off x="924697" y="1482812"/>
            <a:ext cx="3235412" cy="461665"/>
          </a:xfrm>
          <a:prstGeom prst="rect">
            <a:avLst/>
          </a:prstGeom>
          <a:noFill/>
        </p:spPr>
        <p:txBody>
          <a:bodyPr wrap="square">
            <a:spAutoFit/>
          </a:bodyPr>
          <a:lstStyle/>
          <a:p>
            <a:r>
              <a:rPr lang="en-US" sz="2400"/>
              <a:t>Kiểu vấn đề</a:t>
            </a:r>
          </a:p>
        </p:txBody>
      </p:sp>
      <p:pic>
        <p:nvPicPr>
          <p:cNvPr id="7" name="Picture 6">
            <a:extLst>
              <a:ext uri="{FF2B5EF4-FFF2-40B4-BE49-F238E27FC236}">
                <a16:creationId xmlns:a16="http://schemas.microsoft.com/office/drawing/2014/main" id="{8F289A83-A03D-610D-8021-ECA087093E52}"/>
              </a:ext>
            </a:extLst>
          </p:cNvPr>
          <p:cNvPicPr>
            <a:picLocks noChangeAspect="1"/>
          </p:cNvPicPr>
          <p:nvPr/>
        </p:nvPicPr>
        <p:blipFill>
          <a:blip r:embed="rId2"/>
          <a:stretch>
            <a:fillRect/>
          </a:stretch>
        </p:blipFill>
        <p:spPr>
          <a:xfrm>
            <a:off x="1112109" y="2406000"/>
            <a:ext cx="9135762" cy="2046000"/>
          </a:xfrm>
          <a:prstGeom prst="rect">
            <a:avLst/>
          </a:prstGeom>
        </p:spPr>
      </p:pic>
    </p:spTree>
    <p:extLst>
      <p:ext uri="{BB962C8B-B14F-4D97-AF65-F5344CB8AC3E}">
        <p14:creationId xmlns:p14="http://schemas.microsoft.com/office/powerpoint/2010/main" val="2722696631"/>
      </p:ext>
    </p:extLst>
  </p:cSld>
  <p:clrMapOvr>
    <a:masterClrMapping/>
  </p:clrMapOvr>
  <p:transition spd="slow">
    <p:wip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595744"/>
            <a:ext cx="8878558" cy="796451"/>
          </a:xfrm>
        </p:spPr>
        <p:txBody>
          <a:bodyPr/>
          <a:lstStyle/>
          <a:p>
            <a:r>
              <a:rPr lang="en-US" sz="4400"/>
              <a:t>7. Hướng dẫn sử dụng REDMINE</a:t>
            </a:r>
            <a:br>
              <a:rPr lang="en-US" sz="4400"/>
            </a:br>
            <a:endParaRPr lang="en-US" sz="2000" dirty="0"/>
          </a:p>
        </p:txBody>
      </p:sp>
      <p:sp>
        <p:nvSpPr>
          <p:cNvPr id="15" name="TextBox 14">
            <a:extLst>
              <a:ext uri="{FF2B5EF4-FFF2-40B4-BE49-F238E27FC236}">
                <a16:creationId xmlns:a16="http://schemas.microsoft.com/office/drawing/2014/main" id="{E7BE89F4-7F43-DCBC-634F-941EB4247371}"/>
              </a:ext>
            </a:extLst>
          </p:cNvPr>
          <p:cNvSpPr txBox="1"/>
          <p:nvPr/>
        </p:nvSpPr>
        <p:spPr>
          <a:xfrm>
            <a:off x="924697" y="1482812"/>
            <a:ext cx="3235412" cy="461665"/>
          </a:xfrm>
          <a:prstGeom prst="rect">
            <a:avLst/>
          </a:prstGeom>
          <a:noFill/>
        </p:spPr>
        <p:txBody>
          <a:bodyPr wrap="square">
            <a:spAutoFit/>
          </a:bodyPr>
          <a:lstStyle/>
          <a:p>
            <a:r>
              <a:rPr lang="en-US" sz="2400"/>
              <a:t>Trạng thái vấn đề</a:t>
            </a:r>
          </a:p>
        </p:txBody>
      </p:sp>
      <p:pic>
        <p:nvPicPr>
          <p:cNvPr id="4" name="Picture 3">
            <a:extLst>
              <a:ext uri="{FF2B5EF4-FFF2-40B4-BE49-F238E27FC236}">
                <a16:creationId xmlns:a16="http://schemas.microsoft.com/office/drawing/2014/main" id="{B8879228-093B-F620-2AF5-37C3A8CECFC8}"/>
              </a:ext>
            </a:extLst>
          </p:cNvPr>
          <p:cNvPicPr>
            <a:picLocks noChangeAspect="1"/>
          </p:cNvPicPr>
          <p:nvPr/>
        </p:nvPicPr>
        <p:blipFill>
          <a:blip r:embed="rId2"/>
          <a:stretch>
            <a:fillRect/>
          </a:stretch>
        </p:blipFill>
        <p:spPr>
          <a:xfrm>
            <a:off x="1474573" y="2206553"/>
            <a:ext cx="8608541" cy="2444894"/>
          </a:xfrm>
          <a:prstGeom prst="rect">
            <a:avLst/>
          </a:prstGeom>
        </p:spPr>
      </p:pic>
    </p:spTree>
    <p:extLst>
      <p:ext uri="{BB962C8B-B14F-4D97-AF65-F5344CB8AC3E}">
        <p14:creationId xmlns:p14="http://schemas.microsoft.com/office/powerpoint/2010/main" val="28663966"/>
      </p:ext>
    </p:extLst>
  </p:cSld>
  <p:clrMapOvr>
    <a:masterClrMapping/>
  </p:clrMapOvr>
  <p:transition spd="slow">
    <p:wip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595744"/>
            <a:ext cx="8878558" cy="796451"/>
          </a:xfrm>
        </p:spPr>
        <p:txBody>
          <a:bodyPr/>
          <a:lstStyle/>
          <a:p>
            <a:r>
              <a:rPr lang="en-US" sz="4400"/>
              <a:t>7. Hướng dẫn sử dụng REDMINE</a:t>
            </a:r>
            <a:br>
              <a:rPr lang="en-US" sz="4400"/>
            </a:br>
            <a:endParaRPr lang="en-US" sz="2000" dirty="0"/>
          </a:p>
        </p:txBody>
      </p:sp>
      <p:sp>
        <p:nvSpPr>
          <p:cNvPr id="15" name="TextBox 14">
            <a:extLst>
              <a:ext uri="{FF2B5EF4-FFF2-40B4-BE49-F238E27FC236}">
                <a16:creationId xmlns:a16="http://schemas.microsoft.com/office/drawing/2014/main" id="{E7BE89F4-7F43-DCBC-634F-941EB4247371}"/>
              </a:ext>
            </a:extLst>
          </p:cNvPr>
          <p:cNvSpPr txBox="1"/>
          <p:nvPr/>
        </p:nvSpPr>
        <p:spPr>
          <a:xfrm>
            <a:off x="924697" y="1482812"/>
            <a:ext cx="3235412" cy="461665"/>
          </a:xfrm>
          <a:prstGeom prst="rect">
            <a:avLst/>
          </a:prstGeom>
          <a:noFill/>
        </p:spPr>
        <p:txBody>
          <a:bodyPr wrap="square">
            <a:spAutoFit/>
          </a:bodyPr>
          <a:lstStyle/>
          <a:p>
            <a:r>
              <a:rPr lang="en-US" sz="2400"/>
              <a:t>Biểu đồ sự kiện</a:t>
            </a:r>
          </a:p>
        </p:txBody>
      </p:sp>
      <p:pic>
        <p:nvPicPr>
          <p:cNvPr id="5" name="Picture 4">
            <a:extLst>
              <a:ext uri="{FF2B5EF4-FFF2-40B4-BE49-F238E27FC236}">
                <a16:creationId xmlns:a16="http://schemas.microsoft.com/office/drawing/2014/main" id="{F938895F-105D-AE21-E1D6-74E1A6C86B45}"/>
              </a:ext>
            </a:extLst>
          </p:cNvPr>
          <p:cNvPicPr>
            <a:picLocks noChangeAspect="1"/>
          </p:cNvPicPr>
          <p:nvPr/>
        </p:nvPicPr>
        <p:blipFill>
          <a:blip r:embed="rId2"/>
          <a:stretch>
            <a:fillRect/>
          </a:stretch>
        </p:blipFill>
        <p:spPr>
          <a:xfrm>
            <a:off x="1268627" y="2302378"/>
            <a:ext cx="7924800" cy="2835385"/>
          </a:xfrm>
          <a:prstGeom prst="rect">
            <a:avLst/>
          </a:prstGeom>
        </p:spPr>
      </p:pic>
    </p:spTree>
    <p:extLst>
      <p:ext uri="{BB962C8B-B14F-4D97-AF65-F5344CB8AC3E}">
        <p14:creationId xmlns:p14="http://schemas.microsoft.com/office/powerpoint/2010/main" val="1900318759"/>
      </p:ext>
    </p:extLst>
  </p:cSld>
  <p:clrMapOvr>
    <a:masterClrMapping/>
  </p:clrMapOvr>
  <p:transition spd="slow">
    <p:wip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D89BCCFE-174F-7789-E25F-C4EDEBF3B627}"/>
              </a:ext>
            </a:extLst>
          </p:cNvPr>
          <p:cNvSpPr txBox="1"/>
          <p:nvPr/>
        </p:nvSpPr>
        <p:spPr>
          <a:xfrm>
            <a:off x="217714" y="598204"/>
            <a:ext cx="10080004" cy="830997"/>
          </a:xfrm>
          <a:prstGeom prst="rect">
            <a:avLst/>
          </a:prstGeom>
          <a:noFill/>
        </p:spPr>
        <p:txBody>
          <a:bodyPr wrap="none" rtlCol="0">
            <a:spAutoFit/>
          </a:bodyPr>
          <a:lstStyle/>
          <a:p>
            <a:r>
              <a:rPr lang="en-US" sz="4800" b="1">
                <a:solidFill>
                  <a:srgbClr val="00B0F0"/>
                </a:solidFill>
              </a:rPr>
              <a:t>GIỚI THIỆU ỨNG DỤNG ĐẶT BÀN</a:t>
            </a:r>
            <a:endParaRPr lang="en-US" sz="4800" b="1" dirty="0">
              <a:solidFill>
                <a:srgbClr val="00B0F0"/>
              </a:solidFill>
            </a:endParaRPr>
          </a:p>
        </p:txBody>
      </p:sp>
      <p:sp>
        <p:nvSpPr>
          <p:cNvPr id="4" name="Google Shape;737;p44">
            <a:extLst>
              <a:ext uri="{FF2B5EF4-FFF2-40B4-BE49-F238E27FC236}">
                <a16:creationId xmlns:a16="http://schemas.microsoft.com/office/drawing/2014/main" id="{C7B03A38-7482-3A38-7FA4-6896A307899E}"/>
              </a:ext>
            </a:extLst>
          </p:cNvPr>
          <p:cNvSpPr txBox="1">
            <a:spLocks/>
          </p:cNvSpPr>
          <p:nvPr/>
        </p:nvSpPr>
        <p:spPr>
          <a:xfrm>
            <a:off x="704347" y="1429201"/>
            <a:ext cx="7354800" cy="604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accent1"/>
              </a:buClr>
              <a:buSzPts val="3600"/>
              <a:buFont typeface="Arial"/>
              <a:buNone/>
              <a:defRPr sz="3600" b="0" i="0" u="none" strike="noStrike" cap="none">
                <a:solidFill>
                  <a:schemeClr val="accent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9pPr>
          </a:lstStyle>
          <a:p>
            <a:r>
              <a:rPr lang="en-US" sz="2400" b="1">
                <a:solidFill>
                  <a:schemeClr val="dk1"/>
                </a:solidFill>
              </a:rPr>
              <a:t>1. </a:t>
            </a:r>
            <a:r>
              <a:rPr lang="vi-VN" sz="2400" b="1">
                <a:solidFill>
                  <a:schemeClr val="dk1"/>
                </a:solidFill>
              </a:rPr>
              <a:t>Đối tượng sử dụng Phần mềm</a:t>
            </a:r>
            <a:endParaRPr lang="vi-VN" sz="2400" b="1" dirty="0">
              <a:solidFill>
                <a:schemeClr val="dk1"/>
              </a:solidFill>
            </a:endParaRPr>
          </a:p>
        </p:txBody>
      </p:sp>
      <p:graphicFrame>
        <p:nvGraphicFramePr>
          <p:cNvPr id="6" name="Table 5">
            <a:extLst>
              <a:ext uri="{FF2B5EF4-FFF2-40B4-BE49-F238E27FC236}">
                <a16:creationId xmlns:a16="http://schemas.microsoft.com/office/drawing/2014/main" id="{2833681C-8CF4-56E2-B734-348551CD4DD6}"/>
              </a:ext>
            </a:extLst>
          </p:cNvPr>
          <p:cNvGraphicFramePr>
            <a:graphicFrameLocks noGrp="1"/>
          </p:cNvGraphicFramePr>
          <p:nvPr>
            <p:extLst>
              <p:ext uri="{D42A27DB-BD31-4B8C-83A1-F6EECF244321}">
                <p14:modId xmlns:p14="http://schemas.microsoft.com/office/powerpoint/2010/main" val="3925058799"/>
              </p:ext>
            </p:extLst>
          </p:nvPr>
        </p:nvGraphicFramePr>
        <p:xfrm>
          <a:off x="1922414" y="2457515"/>
          <a:ext cx="6686126" cy="2485188"/>
        </p:xfrm>
        <a:graphic>
          <a:graphicData uri="http://schemas.openxmlformats.org/drawingml/2006/table">
            <a:tbl>
              <a:tblPr firstRow="1" bandRow="1">
                <a:tableStyleId>{5C22544A-7EE6-4342-B048-85BDC9FD1C3A}</a:tableStyleId>
              </a:tblPr>
              <a:tblGrid>
                <a:gridCol w="3289352">
                  <a:extLst>
                    <a:ext uri="{9D8B030D-6E8A-4147-A177-3AD203B41FA5}">
                      <a16:colId xmlns:a16="http://schemas.microsoft.com/office/drawing/2014/main" val="1641715439"/>
                    </a:ext>
                  </a:extLst>
                </a:gridCol>
                <a:gridCol w="3396774">
                  <a:extLst>
                    <a:ext uri="{9D8B030D-6E8A-4147-A177-3AD203B41FA5}">
                      <a16:colId xmlns:a16="http://schemas.microsoft.com/office/drawing/2014/main" val="915162439"/>
                    </a:ext>
                  </a:extLst>
                </a:gridCol>
              </a:tblGrid>
              <a:tr h="520871">
                <a:tc>
                  <a:txBody>
                    <a:bodyPr/>
                    <a:lstStyle/>
                    <a:p>
                      <a:pPr algn="l"/>
                      <a:r>
                        <a:rPr lang="en-US" sz="1600" dirty="0" err="1">
                          <a:latin typeface="Lato" panose="020F0502020204030203" pitchFamily="34" charset="0"/>
                          <a:ea typeface="Lato" panose="020F0502020204030203" pitchFamily="34" charset="0"/>
                          <a:cs typeface="Lato" panose="020F0502020204030203" pitchFamily="34" charset="0"/>
                        </a:rPr>
                        <a:t>Đối</a:t>
                      </a:r>
                      <a:r>
                        <a:rPr lang="en-US" sz="1600" baseline="0" dirty="0">
                          <a:latin typeface="Lato" panose="020F0502020204030203" pitchFamily="34" charset="0"/>
                          <a:ea typeface="Lato" panose="020F0502020204030203" pitchFamily="34" charset="0"/>
                          <a:cs typeface="Lato" panose="020F0502020204030203" pitchFamily="34" charset="0"/>
                        </a:rPr>
                        <a:t> </a:t>
                      </a:r>
                      <a:r>
                        <a:rPr lang="en-US" sz="1600" baseline="0" dirty="0" err="1">
                          <a:latin typeface="Lato" panose="020F0502020204030203" pitchFamily="34" charset="0"/>
                          <a:ea typeface="Lato" panose="020F0502020204030203" pitchFamily="34" charset="0"/>
                          <a:cs typeface="Lato" panose="020F0502020204030203" pitchFamily="34" charset="0"/>
                        </a:rPr>
                        <a:t>tượng</a:t>
                      </a:r>
                      <a:r>
                        <a:rPr lang="en-US" sz="1600" baseline="0" dirty="0">
                          <a:latin typeface="Lato" panose="020F0502020204030203" pitchFamily="34" charset="0"/>
                          <a:ea typeface="Lato" panose="020F0502020204030203" pitchFamily="34" charset="0"/>
                          <a:cs typeface="Lato" panose="020F0502020204030203" pitchFamily="34" charset="0"/>
                        </a:rPr>
                        <a:t> </a:t>
                      </a:r>
                      <a:endParaRPr lang="en-US" sz="1600" dirty="0">
                        <a:latin typeface="Lato" panose="020F0502020204030203" pitchFamily="34" charset="0"/>
                        <a:ea typeface="Lato" panose="020F0502020204030203" pitchFamily="34" charset="0"/>
                        <a:cs typeface="Lato" panose="020F0502020204030203" pitchFamily="34" charset="0"/>
                      </a:endParaRPr>
                    </a:p>
                  </a:txBody>
                  <a:tcPr/>
                </a:tc>
                <a:tc>
                  <a:txBody>
                    <a:bodyPr/>
                    <a:lstStyle/>
                    <a:p>
                      <a:pPr algn="l"/>
                      <a:r>
                        <a:rPr lang="en-US" sz="1600" dirty="0" err="1">
                          <a:latin typeface="Lato" panose="020F0502020204030203" pitchFamily="34" charset="0"/>
                          <a:ea typeface="Lato" panose="020F0502020204030203" pitchFamily="34" charset="0"/>
                          <a:cs typeface="Lato" panose="020F0502020204030203" pitchFamily="34" charset="0"/>
                        </a:rPr>
                        <a:t>Tóm</a:t>
                      </a:r>
                      <a:r>
                        <a:rPr lang="en-US" sz="1600" baseline="0" dirty="0">
                          <a:latin typeface="Lato" panose="020F0502020204030203" pitchFamily="34" charset="0"/>
                          <a:ea typeface="Lato" panose="020F0502020204030203" pitchFamily="34" charset="0"/>
                          <a:cs typeface="Lato" panose="020F0502020204030203" pitchFamily="34" charset="0"/>
                        </a:rPr>
                        <a:t> </a:t>
                      </a:r>
                      <a:r>
                        <a:rPr lang="en-US" sz="1600" baseline="0" dirty="0" err="1">
                          <a:latin typeface="Lato" panose="020F0502020204030203" pitchFamily="34" charset="0"/>
                          <a:ea typeface="Lato" panose="020F0502020204030203" pitchFamily="34" charset="0"/>
                          <a:cs typeface="Lato" panose="020F0502020204030203" pitchFamily="34" charset="0"/>
                        </a:rPr>
                        <a:t>tắt</a:t>
                      </a:r>
                      <a:endParaRPr lang="en-US" sz="1600" dirty="0">
                        <a:latin typeface="Lato" panose="020F0502020204030203" pitchFamily="34" charset="0"/>
                        <a:ea typeface="Lato" panose="020F0502020204030203" pitchFamily="34" charset="0"/>
                        <a:cs typeface="Lato" panose="020F0502020204030203" pitchFamily="34" charset="0"/>
                      </a:endParaRPr>
                    </a:p>
                  </a:txBody>
                  <a:tcPr/>
                </a:tc>
                <a:extLst>
                  <a:ext uri="{0D108BD9-81ED-4DB2-BD59-A6C34878D82A}">
                    <a16:rowId xmlns:a16="http://schemas.microsoft.com/office/drawing/2014/main" val="688847444"/>
                  </a:ext>
                </a:extLst>
              </a:tr>
              <a:tr h="1133238">
                <a:tc>
                  <a:txBody>
                    <a:bodyPr/>
                    <a:lstStyle/>
                    <a:p>
                      <a:pPr algn="l"/>
                      <a:r>
                        <a:rPr lang="en-US" sz="1600" b="1" dirty="0">
                          <a:latin typeface="Lato" panose="020F0502020204030203" pitchFamily="34" charset="0"/>
                          <a:ea typeface="Lato" panose="020F0502020204030203" pitchFamily="34" charset="0"/>
                          <a:cs typeface="Lato" panose="020F0502020204030203" pitchFamily="34" charset="0"/>
                        </a:rPr>
                        <a:t>   </a:t>
                      </a:r>
                      <a:r>
                        <a:rPr lang="en-US" sz="1600" b="1" baseline="0" dirty="0">
                          <a:latin typeface="Lato" panose="020F0502020204030203" pitchFamily="34" charset="0"/>
                          <a:ea typeface="Lato" panose="020F0502020204030203" pitchFamily="34" charset="0"/>
                          <a:cs typeface="Lato" panose="020F0502020204030203" pitchFamily="34" charset="0"/>
                        </a:rPr>
                        <a:t> </a:t>
                      </a:r>
                      <a:r>
                        <a:rPr lang="en-US" sz="1600" b="1" dirty="0">
                          <a:latin typeface="Lato" panose="020F0502020204030203" pitchFamily="34" charset="0"/>
                          <a:ea typeface="Lato" panose="020F0502020204030203" pitchFamily="34" charset="0"/>
                          <a:cs typeface="Lato" panose="020F0502020204030203" pitchFamily="34" charset="0"/>
                        </a:rPr>
                        <a:t>Admin</a:t>
                      </a:r>
                    </a:p>
                  </a:txBody>
                  <a:tcPr/>
                </a:tc>
                <a:tc>
                  <a:txBody>
                    <a:bodyPr/>
                    <a:lstStyle/>
                    <a:p>
                      <a:pPr marL="0" marR="0" algn="l">
                        <a:lnSpc>
                          <a:spcPct val="107000"/>
                        </a:lnSpc>
                        <a:spcBef>
                          <a:spcPts val="0"/>
                        </a:spcBef>
                        <a:spcAft>
                          <a:spcPts val="0"/>
                        </a:spcAft>
                      </a:pPr>
                      <a:r>
                        <a:rPr lang="en-GB" sz="1600" dirty="0" err="1">
                          <a:solidFill>
                            <a:srgbClr val="000000"/>
                          </a:solidFill>
                          <a:effectLst/>
                          <a:latin typeface="Lato" panose="020F0502020204030203" pitchFamily="34" charset="0"/>
                          <a:ea typeface="Lato" panose="020F0502020204030203" pitchFamily="34" charset="0"/>
                          <a:cs typeface="Lato" panose="020F0502020204030203" pitchFamily="34" charset="0"/>
                        </a:rPr>
                        <a:t>Là</a:t>
                      </a:r>
                      <a:r>
                        <a:rPr lang="en-GB" sz="1600" dirty="0">
                          <a:solidFill>
                            <a:srgbClr val="000000"/>
                          </a:solidFill>
                          <a:effectLst/>
                          <a:latin typeface="Lato" panose="020F0502020204030203" pitchFamily="34" charset="0"/>
                          <a:ea typeface="Lato" panose="020F0502020204030203" pitchFamily="34" charset="0"/>
                          <a:cs typeface="Lato" panose="020F0502020204030203" pitchFamily="34" charset="0"/>
                        </a:rPr>
                        <a:t> </a:t>
                      </a:r>
                      <a:r>
                        <a:rPr lang="en-GB" sz="1600" dirty="0" err="1">
                          <a:solidFill>
                            <a:srgbClr val="000000"/>
                          </a:solidFill>
                          <a:effectLst/>
                          <a:latin typeface="Lato" panose="020F0502020204030203" pitchFamily="34" charset="0"/>
                          <a:ea typeface="Lato" panose="020F0502020204030203" pitchFamily="34" charset="0"/>
                          <a:cs typeface="Lato" panose="020F0502020204030203" pitchFamily="34" charset="0"/>
                        </a:rPr>
                        <a:t>người</a:t>
                      </a:r>
                      <a:r>
                        <a:rPr lang="en-GB" sz="1600" dirty="0">
                          <a:solidFill>
                            <a:srgbClr val="000000"/>
                          </a:solidFill>
                          <a:effectLst/>
                          <a:latin typeface="Lato" panose="020F0502020204030203" pitchFamily="34" charset="0"/>
                          <a:ea typeface="Lato" panose="020F0502020204030203" pitchFamily="34" charset="0"/>
                          <a:cs typeface="Lato" panose="020F0502020204030203" pitchFamily="34" charset="0"/>
                        </a:rPr>
                        <a:t> </a:t>
                      </a:r>
                      <a:r>
                        <a:rPr lang="en-GB" sz="1600" dirty="0" err="1">
                          <a:solidFill>
                            <a:srgbClr val="000000"/>
                          </a:solidFill>
                          <a:effectLst/>
                          <a:latin typeface="Lato" panose="020F0502020204030203" pitchFamily="34" charset="0"/>
                          <a:ea typeface="Lato" panose="020F0502020204030203" pitchFamily="34" charset="0"/>
                          <a:cs typeface="Lato" panose="020F0502020204030203" pitchFamily="34" charset="0"/>
                        </a:rPr>
                        <a:t>có</a:t>
                      </a:r>
                      <a:r>
                        <a:rPr lang="en-GB" sz="1600" dirty="0">
                          <a:solidFill>
                            <a:srgbClr val="000000"/>
                          </a:solidFill>
                          <a:effectLst/>
                          <a:latin typeface="Lato" panose="020F0502020204030203" pitchFamily="34" charset="0"/>
                          <a:ea typeface="Lato" panose="020F0502020204030203" pitchFamily="34" charset="0"/>
                          <a:cs typeface="Lato" panose="020F0502020204030203" pitchFamily="34" charset="0"/>
                        </a:rPr>
                        <a:t> </a:t>
                      </a:r>
                      <a:r>
                        <a:rPr lang="en-GB" sz="1600" dirty="0" err="1">
                          <a:solidFill>
                            <a:srgbClr val="000000"/>
                          </a:solidFill>
                          <a:effectLst/>
                          <a:latin typeface="Lato" panose="020F0502020204030203" pitchFamily="34" charset="0"/>
                          <a:ea typeface="Lato" panose="020F0502020204030203" pitchFamily="34" charset="0"/>
                          <a:cs typeface="Lato" panose="020F0502020204030203" pitchFamily="34" charset="0"/>
                        </a:rPr>
                        <a:t>vai</a:t>
                      </a:r>
                      <a:r>
                        <a:rPr lang="en-GB" sz="1600" dirty="0">
                          <a:solidFill>
                            <a:srgbClr val="000000"/>
                          </a:solidFill>
                          <a:effectLst/>
                          <a:latin typeface="Lato" panose="020F0502020204030203" pitchFamily="34" charset="0"/>
                          <a:ea typeface="Lato" panose="020F0502020204030203" pitchFamily="34" charset="0"/>
                          <a:cs typeface="Lato" panose="020F0502020204030203" pitchFamily="34" charset="0"/>
                        </a:rPr>
                        <a:t> </a:t>
                      </a:r>
                      <a:r>
                        <a:rPr lang="en-GB" sz="1600" dirty="0" err="1">
                          <a:solidFill>
                            <a:srgbClr val="000000"/>
                          </a:solidFill>
                          <a:effectLst/>
                          <a:latin typeface="Lato" panose="020F0502020204030203" pitchFamily="34" charset="0"/>
                          <a:ea typeface="Lato" panose="020F0502020204030203" pitchFamily="34" charset="0"/>
                          <a:cs typeface="Lato" panose="020F0502020204030203" pitchFamily="34" charset="0"/>
                        </a:rPr>
                        <a:t>trò</a:t>
                      </a:r>
                      <a:r>
                        <a:rPr lang="en-GB" sz="1600" dirty="0">
                          <a:solidFill>
                            <a:srgbClr val="000000"/>
                          </a:solidFill>
                          <a:effectLst/>
                          <a:latin typeface="Lato" panose="020F0502020204030203" pitchFamily="34" charset="0"/>
                          <a:ea typeface="Lato" panose="020F0502020204030203" pitchFamily="34" charset="0"/>
                          <a:cs typeface="Lato" panose="020F0502020204030203" pitchFamily="34" charset="0"/>
                        </a:rPr>
                        <a:t> </a:t>
                      </a:r>
                      <a:r>
                        <a:rPr lang="en-GB" sz="1600" dirty="0" err="1">
                          <a:solidFill>
                            <a:srgbClr val="000000"/>
                          </a:solidFill>
                          <a:effectLst/>
                          <a:latin typeface="Lato" panose="020F0502020204030203" pitchFamily="34" charset="0"/>
                          <a:ea typeface="Lato" panose="020F0502020204030203" pitchFamily="34" charset="0"/>
                          <a:cs typeface="Lato" panose="020F0502020204030203" pitchFamily="34" charset="0"/>
                        </a:rPr>
                        <a:t>cao</a:t>
                      </a:r>
                      <a:r>
                        <a:rPr lang="en-GB" sz="1600" dirty="0">
                          <a:solidFill>
                            <a:srgbClr val="000000"/>
                          </a:solidFill>
                          <a:effectLst/>
                          <a:latin typeface="Lato" panose="020F0502020204030203" pitchFamily="34" charset="0"/>
                          <a:ea typeface="Lato" panose="020F0502020204030203" pitchFamily="34" charset="0"/>
                          <a:cs typeface="Lato" panose="020F0502020204030203" pitchFamily="34" charset="0"/>
                        </a:rPr>
                        <a:t> </a:t>
                      </a:r>
                      <a:r>
                        <a:rPr lang="en-GB" sz="1600" dirty="0" err="1">
                          <a:solidFill>
                            <a:srgbClr val="000000"/>
                          </a:solidFill>
                          <a:effectLst/>
                          <a:latin typeface="Lato" panose="020F0502020204030203" pitchFamily="34" charset="0"/>
                          <a:ea typeface="Lato" panose="020F0502020204030203" pitchFamily="34" charset="0"/>
                          <a:cs typeface="Lato" panose="020F0502020204030203" pitchFamily="34" charset="0"/>
                        </a:rPr>
                        <a:t>nhất</a:t>
                      </a:r>
                      <a:r>
                        <a:rPr lang="en-GB" sz="1600" dirty="0">
                          <a:solidFill>
                            <a:srgbClr val="000000"/>
                          </a:solidFill>
                          <a:effectLst/>
                          <a:latin typeface="Lato" panose="020F0502020204030203" pitchFamily="34" charset="0"/>
                          <a:ea typeface="Lato" panose="020F0502020204030203" pitchFamily="34" charset="0"/>
                          <a:cs typeface="Lato" panose="020F0502020204030203" pitchFamily="34" charset="0"/>
                        </a:rPr>
                        <a:t> </a:t>
                      </a:r>
                      <a:r>
                        <a:rPr lang="en-GB" sz="1600" dirty="0" err="1">
                          <a:solidFill>
                            <a:srgbClr val="000000"/>
                          </a:solidFill>
                          <a:effectLst/>
                          <a:latin typeface="Lato" panose="020F0502020204030203" pitchFamily="34" charset="0"/>
                          <a:ea typeface="Lato" panose="020F0502020204030203" pitchFamily="34" charset="0"/>
                          <a:cs typeface="Lato" panose="020F0502020204030203" pitchFamily="34" charset="0"/>
                        </a:rPr>
                        <a:t>trong</a:t>
                      </a:r>
                      <a:r>
                        <a:rPr lang="en-GB" sz="1600" dirty="0">
                          <a:solidFill>
                            <a:srgbClr val="000000"/>
                          </a:solidFill>
                          <a:effectLst/>
                          <a:latin typeface="Lato" panose="020F0502020204030203" pitchFamily="34" charset="0"/>
                          <a:ea typeface="Lato" panose="020F0502020204030203" pitchFamily="34" charset="0"/>
                          <a:cs typeface="Lato" panose="020F0502020204030203" pitchFamily="34" charset="0"/>
                        </a:rPr>
                        <a:t> </a:t>
                      </a:r>
                      <a:r>
                        <a:rPr lang="en-GB" sz="1600" dirty="0" err="1">
                          <a:solidFill>
                            <a:srgbClr val="000000"/>
                          </a:solidFill>
                          <a:effectLst/>
                          <a:latin typeface="Lato" panose="020F0502020204030203" pitchFamily="34" charset="0"/>
                          <a:ea typeface="Lato" panose="020F0502020204030203" pitchFamily="34" charset="0"/>
                          <a:cs typeface="Lato" panose="020F0502020204030203" pitchFamily="34" charset="0"/>
                        </a:rPr>
                        <a:t>việc</a:t>
                      </a:r>
                      <a:r>
                        <a:rPr lang="en-GB" sz="1600" dirty="0">
                          <a:solidFill>
                            <a:srgbClr val="000000"/>
                          </a:solidFill>
                          <a:effectLst/>
                          <a:latin typeface="Lato" panose="020F0502020204030203" pitchFamily="34" charset="0"/>
                          <a:ea typeface="Lato" panose="020F0502020204030203" pitchFamily="34" charset="0"/>
                          <a:cs typeface="Lato" panose="020F0502020204030203" pitchFamily="34" charset="0"/>
                        </a:rPr>
                        <a:t> </a:t>
                      </a:r>
                      <a:r>
                        <a:rPr lang="en-GB" sz="1600" dirty="0" err="1">
                          <a:solidFill>
                            <a:srgbClr val="000000"/>
                          </a:solidFill>
                          <a:effectLst/>
                          <a:latin typeface="Lato" panose="020F0502020204030203" pitchFamily="34" charset="0"/>
                          <a:ea typeface="Lato" panose="020F0502020204030203" pitchFamily="34" charset="0"/>
                          <a:cs typeface="Lato" panose="020F0502020204030203" pitchFamily="34" charset="0"/>
                        </a:rPr>
                        <a:t>quản</a:t>
                      </a:r>
                      <a:r>
                        <a:rPr lang="en-GB" sz="1600" dirty="0">
                          <a:solidFill>
                            <a:srgbClr val="000000"/>
                          </a:solidFill>
                          <a:effectLst/>
                          <a:latin typeface="Lato" panose="020F0502020204030203" pitchFamily="34" charset="0"/>
                          <a:ea typeface="Lato" panose="020F0502020204030203" pitchFamily="34" charset="0"/>
                          <a:cs typeface="Lato" panose="020F0502020204030203" pitchFamily="34" charset="0"/>
                        </a:rPr>
                        <a:t> </a:t>
                      </a:r>
                      <a:r>
                        <a:rPr lang="en-GB" sz="1600" dirty="0" err="1">
                          <a:solidFill>
                            <a:srgbClr val="000000"/>
                          </a:solidFill>
                          <a:effectLst/>
                          <a:latin typeface="Lato" panose="020F0502020204030203" pitchFamily="34" charset="0"/>
                          <a:ea typeface="Lato" panose="020F0502020204030203" pitchFamily="34" charset="0"/>
                          <a:cs typeface="Lato" panose="020F0502020204030203" pitchFamily="34" charset="0"/>
                        </a:rPr>
                        <a:t>lý</a:t>
                      </a:r>
                      <a:r>
                        <a:rPr lang="en-GB" sz="1600" dirty="0">
                          <a:solidFill>
                            <a:srgbClr val="000000"/>
                          </a:solidFill>
                          <a:effectLst/>
                          <a:latin typeface="Lato" panose="020F0502020204030203" pitchFamily="34" charset="0"/>
                          <a:ea typeface="Lato" panose="020F0502020204030203" pitchFamily="34" charset="0"/>
                          <a:cs typeface="Lato" panose="020F0502020204030203" pitchFamily="34" charset="0"/>
                        </a:rPr>
                        <a:t> </a:t>
                      </a:r>
                      <a:r>
                        <a:rPr lang="en-GB" sz="1600" err="1">
                          <a:solidFill>
                            <a:srgbClr val="000000"/>
                          </a:solidFill>
                          <a:effectLst/>
                          <a:latin typeface="Lato" panose="020F0502020204030203" pitchFamily="34" charset="0"/>
                          <a:ea typeface="Lato" panose="020F0502020204030203" pitchFamily="34" charset="0"/>
                          <a:cs typeface="Lato" panose="020F0502020204030203" pitchFamily="34" charset="0"/>
                        </a:rPr>
                        <a:t>hệ</a:t>
                      </a:r>
                      <a:r>
                        <a:rPr lang="en-GB" sz="1600">
                          <a:solidFill>
                            <a:srgbClr val="000000"/>
                          </a:solidFill>
                          <a:effectLst/>
                          <a:latin typeface="Lato" panose="020F0502020204030203" pitchFamily="34" charset="0"/>
                          <a:ea typeface="Lato" panose="020F0502020204030203" pitchFamily="34" charset="0"/>
                          <a:cs typeface="Lato" panose="020F0502020204030203" pitchFamily="34" charset="0"/>
                        </a:rPr>
                        <a:t> thống</a:t>
                      </a:r>
                      <a:endParaRPr lang="en-US" sz="1600" dirty="0">
                        <a:solidFill>
                          <a:srgbClr val="000000"/>
                        </a:solidFill>
                        <a:effectLst/>
                        <a:latin typeface="Lato" panose="020F0502020204030203" pitchFamily="34" charset="0"/>
                        <a:ea typeface="Lato" panose="020F0502020204030203" pitchFamily="34" charset="0"/>
                        <a:cs typeface="Lato" panose="020F0502020204030203" pitchFamily="34" charset="0"/>
                      </a:endParaRPr>
                    </a:p>
                  </a:txBody>
                  <a:tcPr marL="68580" marR="68580" marT="0" marB="0"/>
                </a:tc>
                <a:extLst>
                  <a:ext uri="{0D108BD9-81ED-4DB2-BD59-A6C34878D82A}">
                    <a16:rowId xmlns:a16="http://schemas.microsoft.com/office/drawing/2014/main" val="2513534884"/>
                  </a:ext>
                </a:extLst>
              </a:tr>
              <a:tr h="831079">
                <a:tc>
                  <a:txBody>
                    <a:bodyPr/>
                    <a:lstStyle/>
                    <a:p>
                      <a:pPr marL="228600" marR="0" algn="l">
                        <a:lnSpc>
                          <a:spcPct val="107000"/>
                        </a:lnSpc>
                        <a:spcBef>
                          <a:spcPts val="0"/>
                        </a:spcBef>
                        <a:spcAft>
                          <a:spcPts val="1000"/>
                        </a:spcAft>
                      </a:pPr>
                      <a:r>
                        <a:rPr lang="en-GB" sz="1600" b="1" dirty="0" err="1">
                          <a:solidFill>
                            <a:srgbClr val="000000"/>
                          </a:solidFill>
                          <a:effectLst/>
                          <a:latin typeface="Lato" panose="020F0502020204030203" pitchFamily="34" charset="0"/>
                          <a:ea typeface="Lato" panose="020F0502020204030203" pitchFamily="34" charset="0"/>
                          <a:cs typeface="Lato" panose="020F0502020204030203" pitchFamily="34" charset="0"/>
                        </a:rPr>
                        <a:t>Khách</a:t>
                      </a:r>
                      <a:r>
                        <a:rPr lang="en-GB" sz="1600" b="1" dirty="0">
                          <a:solidFill>
                            <a:srgbClr val="000000"/>
                          </a:solidFill>
                          <a:effectLst/>
                          <a:latin typeface="Lato" panose="020F0502020204030203" pitchFamily="34" charset="0"/>
                          <a:ea typeface="Lato" panose="020F0502020204030203" pitchFamily="34" charset="0"/>
                          <a:cs typeface="Lato" panose="020F0502020204030203" pitchFamily="34" charset="0"/>
                        </a:rPr>
                        <a:t> </a:t>
                      </a:r>
                      <a:r>
                        <a:rPr lang="en-GB" sz="1600" b="1" dirty="0" err="1">
                          <a:solidFill>
                            <a:srgbClr val="000000"/>
                          </a:solidFill>
                          <a:effectLst/>
                          <a:latin typeface="Lato" panose="020F0502020204030203" pitchFamily="34" charset="0"/>
                          <a:ea typeface="Lato" panose="020F0502020204030203" pitchFamily="34" charset="0"/>
                          <a:cs typeface="Lato" panose="020F0502020204030203" pitchFamily="34" charset="0"/>
                        </a:rPr>
                        <a:t>hàng</a:t>
                      </a:r>
                      <a:endParaRPr lang="en-US" sz="1600" b="1" dirty="0">
                        <a:solidFill>
                          <a:srgbClr val="000000"/>
                        </a:solidFill>
                        <a:effectLst/>
                        <a:latin typeface="Lato" panose="020F0502020204030203" pitchFamily="34" charset="0"/>
                        <a:ea typeface="Lato" panose="020F0502020204030203" pitchFamily="34" charset="0"/>
                        <a:cs typeface="Lato" panose="020F0502020204030203" pitchFamily="34" charset="0"/>
                      </a:endParaRPr>
                    </a:p>
                  </a:txBody>
                  <a:tcPr marL="68580" marR="68580" marT="0" marB="0"/>
                </a:tc>
                <a:tc>
                  <a:txBody>
                    <a:bodyPr/>
                    <a:lstStyle/>
                    <a:p>
                      <a:pPr marL="0" marR="0" algn="l">
                        <a:lnSpc>
                          <a:spcPct val="107000"/>
                        </a:lnSpc>
                        <a:spcBef>
                          <a:spcPts val="0"/>
                        </a:spcBef>
                        <a:spcAft>
                          <a:spcPts val="0"/>
                        </a:spcAft>
                      </a:pPr>
                      <a:r>
                        <a:rPr lang="en-GB" sz="1600" dirty="0" err="1">
                          <a:solidFill>
                            <a:srgbClr val="000000"/>
                          </a:solidFill>
                          <a:effectLst/>
                          <a:latin typeface="Lato" panose="020F0502020204030203" pitchFamily="34" charset="0"/>
                          <a:ea typeface="Lato" panose="020F0502020204030203" pitchFamily="34" charset="0"/>
                          <a:cs typeface="Lato" panose="020F0502020204030203" pitchFamily="34" charset="0"/>
                        </a:rPr>
                        <a:t>Là</a:t>
                      </a:r>
                      <a:r>
                        <a:rPr lang="en-GB" sz="1600" dirty="0">
                          <a:solidFill>
                            <a:srgbClr val="000000"/>
                          </a:solidFill>
                          <a:effectLst/>
                          <a:latin typeface="Lato" panose="020F0502020204030203" pitchFamily="34" charset="0"/>
                          <a:ea typeface="Lato" panose="020F0502020204030203" pitchFamily="34" charset="0"/>
                          <a:cs typeface="Lato" panose="020F0502020204030203" pitchFamily="34" charset="0"/>
                        </a:rPr>
                        <a:t> </a:t>
                      </a:r>
                      <a:r>
                        <a:rPr lang="en-GB" sz="1600" dirty="0" err="1">
                          <a:solidFill>
                            <a:srgbClr val="000000"/>
                          </a:solidFill>
                          <a:effectLst/>
                          <a:latin typeface="Lato" panose="020F0502020204030203" pitchFamily="34" charset="0"/>
                          <a:ea typeface="Lato" panose="020F0502020204030203" pitchFamily="34" charset="0"/>
                          <a:cs typeface="Lato" panose="020F0502020204030203" pitchFamily="34" charset="0"/>
                        </a:rPr>
                        <a:t>người</a:t>
                      </a:r>
                      <a:r>
                        <a:rPr lang="en-GB" sz="1600" dirty="0">
                          <a:solidFill>
                            <a:srgbClr val="000000"/>
                          </a:solidFill>
                          <a:effectLst/>
                          <a:latin typeface="Lato" panose="020F0502020204030203" pitchFamily="34" charset="0"/>
                          <a:ea typeface="Lato" panose="020F0502020204030203" pitchFamily="34" charset="0"/>
                          <a:cs typeface="Lato" panose="020F0502020204030203" pitchFamily="34" charset="0"/>
                        </a:rPr>
                        <a:t> </a:t>
                      </a:r>
                      <a:r>
                        <a:rPr lang="en-GB" sz="1600" dirty="0" err="1">
                          <a:solidFill>
                            <a:srgbClr val="000000"/>
                          </a:solidFill>
                          <a:effectLst/>
                          <a:latin typeface="Lato" panose="020F0502020204030203" pitchFamily="34" charset="0"/>
                          <a:ea typeface="Lato" panose="020F0502020204030203" pitchFamily="34" charset="0"/>
                          <a:cs typeface="Lato" panose="020F0502020204030203" pitchFamily="34" charset="0"/>
                        </a:rPr>
                        <a:t>dùng</a:t>
                      </a:r>
                      <a:r>
                        <a:rPr lang="en-GB" sz="1600" dirty="0">
                          <a:solidFill>
                            <a:srgbClr val="000000"/>
                          </a:solidFill>
                          <a:effectLst/>
                          <a:latin typeface="Lato" panose="020F0502020204030203" pitchFamily="34" charset="0"/>
                          <a:ea typeface="Lato" panose="020F0502020204030203" pitchFamily="34" charset="0"/>
                          <a:cs typeface="Lato" panose="020F0502020204030203" pitchFamily="34" charset="0"/>
                        </a:rPr>
                        <a:t> </a:t>
                      </a:r>
                      <a:r>
                        <a:rPr lang="en-GB" sz="1600" dirty="0" err="1">
                          <a:solidFill>
                            <a:srgbClr val="000000"/>
                          </a:solidFill>
                          <a:effectLst/>
                          <a:latin typeface="Lato" panose="020F0502020204030203" pitchFamily="34" charset="0"/>
                          <a:ea typeface="Lato" panose="020F0502020204030203" pitchFamily="34" charset="0"/>
                          <a:cs typeface="Lato" panose="020F0502020204030203" pitchFamily="34" charset="0"/>
                        </a:rPr>
                        <a:t>chính</a:t>
                      </a:r>
                      <a:r>
                        <a:rPr lang="en-GB" sz="1600" dirty="0">
                          <a:solidFill>
                            <a:srgbClr val="000000"/>
                          </a:solidFill>
                          <a:effectLst/>
                          <a:latin typeface="Lato" panose="020F0502020204030203" pitchFamily="34" charset="0"/>
                          <a:ea typeface="Lato" panose="020F0502020204030203" pitchFamily="34" charset="0"/>
                          <a:cs typeface="Lato" panose="020F0502020204030203" pitchFamily="34" charset="0"/>
                        </a:rPr>
                        <a:t> </a:t>
                      </a:r>
                      <a:r>
                        <a:rPr lang="en-GB" sz="1600" dirty="0" err="1">
                          <a:solidFill>
                            <a:srgbClr val="000000"/>
                          </a:solidFill>
                          <a:effectLst/>
                          <a:latin typeface="Lato" panose="020F0502020204030203" pitchFamily="34" charset="0"/>
                          <a:ea typeface="Lato" panose="020F0502020204030203" pitchFamily="34" charset="0"/>
                          <a:cs typeface="Lato" panose="020F0502020204030203" pitchFamily="34" charset="0"/>
                        </a:rPr>
                        <a:t>của</a:t>
                      </a:r>
                      <a:r>
                        <a:rPr lang="en-GB" sz="1600" dirty="0">
                          <a:solidFill>
                            <a:srgbClr val="000000"/>
                          </a:solidFill>
                          <a:effectLst/>
                          <a:latin typeface="Lato" panose="020F0502020204030203" pitchFamily="34" charset="0"/>
                          <a:ea typeface="Lato" panose="020F0502020204030203" pitchFamily="34" charset="0"/>
                          <a:cs typeface="Lato" panose="020F0502020204030203" pitchFamily="34" charset="0"/>
                        </a:rPr>
                        <a:t> </a:t>
                      </a:r>
                      <a:r>
                        <a:rPr lang="en-GB" sz="1600" dirty="0" err="1">
                          <a:solidFill>
                            <a:srgbClr val="000000"/>
                          </a:solidFill>
                          <a:effectLst/>
                          <a:latin typeface="Lato" panose="020F0502020204030203" pitchFamily="34" charset="0"/>
                          <a:ea typeface="Lato" panose="020F0502020204030203" pitchFamily="34" charset="0"/>
                          <a:cs typeface="Lato" panose="020F0502020204030203" pitchFamily="34" charset="0"/>
                        </a:rPr>
                        <a:t>hệ</a:t>
                      </a:r>
                      <a:r>
                        <a:rPr lang="en-GB" sz="1600" dirty="0">
                          <a:solidFill>
                            <a:srgbClr val="000000"/>
                          </a:solidFill>
                          <a:effectLst/>
                          <a:latin typeface="Lato" panose="020F0502020204030203" pitchFamily="34" charset="0"/>
                          <a:ea typeface="Lato" panose="020F0502020204030203" pitchFamily="34" charset="0"/>
                          <a:cs typeface="Lato" panose="020F0502020204030203" pitchFamily="34" charset="0"/>
                        </a:rPr>
                        <a:t> </a:t>
                      </a:r>
                      <a:r>
                        <a:rPr lang="en-GB" sz="1600" dirty="0" err="1">
                          <a:solidFill>
                            <a:srgbClr val="000000"/>
                          </a:solidFill>
                          <a:effectLst/>
                          <a:latin typeface="Lato" panose="020F0502020204030203" pitchFamily="34" charset="0"/>
                          <a:ea typeface="Lato" panose="020F0502020204030203" pitchFamily="34" charset="0"/>
                          <a:cs typeface="Lato" panose="020F0502020204030203" pitchFamily="34" charset="0"/>
                        </a:rPr>
                        <a:t>thống</a:t>
                      </a:r>
                      <a:endParaRPr lang="en-US" sz="1600" dirty="0">
                        <a:solidFill>
                          <a:srgbClr val="000000"/>
                        </a:solidFill>
                        <a:effectLst/>
                        <a:latin typeface="Lato" panose="020F0502020204030203" pitchFamily="34" charset="0"/>
                        <a:ea typeface="Lato" panose="020F0502020204030203" pitchFamily="34" charset="0"/>
                        <a:cs typeface="Lato" panose="020F0502020204030203" pitchFamily="34" charset="0"/>
                      </a:endParaRPr>
                    </a:p>
                  </a:txBody>
                  <a:tcPr marL="68580" marR="68580" marT="0" marB="0"/>
                </a:tc>
                <a:extLst>
                  <a:ext uri="{0D108BD9-81ED-4DB2-BD59-A6C34878D82A}">
                    <a16:rowId xmlns:a16="http://schemas.microsoft.com/office/drawing/2014/main" val="979291068"/>
                  </a:ext>
                </a:extLst>
              </a:tr>
            </a:tbl>
          </a:graphicData>
        </a:graphic>
      </p:graphicFrame>
    </p:spTree>
    <p:extLst>
      <p:ext uri="{BB962C8B-B14F-4D97-AF65-F5344CB8AC3E}">
        <p14:creationId xmlns:p14="http://schemas.microsoft.com/office/powerpoint/2010/main" val="321836468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37;p44">
            <a:extLst>
              <a:ext uri="{FF2B5EF4-FFF2-40B4-BE49-F238E27FC236}">
                <a16:creationId xmlns:a16="http://schemas.microsoft.com/office/drawing/2014/main" id="{C7B03A38-7482-3A38-7FA4-6896A307899E}"/>
              </a:ext>
            </a:extLst>
          </p:cNvPr>
          <p:cNvSpPr txBox="1">
            <a:spLocks/>
          </p:cNvSpPr>
          <p:nvPr/>
        </p:nvSpPr>
        <p:spPr>
          <a:xfrm>
            <a:off x="704347" y="663080"/>
            <a:ext cx="7354800" cy="604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accent1"/>
              </a:buClr>
              <a:buSzPts val="3600"/>
              <a:buFont typeface="Arial"/>
              <a:buNone/>
              <a:defRPr sz="3600" b="0" i="0" u="none" strike="noStrike" cap="none">
                <a:solidFill>
                  <a:schemeClr val="accent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9pPr>
          </a:lstStyle>
          <a:p>
            <a:r>
              <a:rPr lang="en-US" sz="2400" b="1">
                <a:solidFill>
                  <a:schemeClr val="dk1"/>
                </a:solidFill>
              </a:rPr>
              <a:t>2. Chức năng hệ thống cần kiểm thử</a:t>
            </a:r>
            <a:endParaRPr lang="vi-VN" sz="2400" b="1">
              <a:solidFill>
                <a:schemeClr val="dk1"/>
              </a:solidFill>
            </a:endParaRPr>
          </a:p>
        </p:txBody>
      </p:sp>
      <p:sp>
        <p:nvSpPr>
          <p:cNvPr id="9" name="Google Shape;578;p34">
            <a:extLst>
              <a:ext uri="{FF2B5EF4-FFF2-40B4-BE49-F238E27FC236}">
                <a16:creationId xmlns:a16="http://schemas.microsoft.com/office/drawing/2014/main" id="{E5611B54-BFF6-8A41-CFFD-978B51BD90D7}"/>
              </a:ext>
            </a:extLst>
          </p:cNvPr>
          <p:cNvSpPr txBox="1">
            <a:spLocks/>
          </p:cNvSpPr>
          <p:nvPr/>
        </p:nvSpPr>
        <p:spPr>
          <a:xfrm>
            <a:off x="1254214" y="1128584"/>
            <a:ext cx="6730792" cy="5667632"/>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20040" algn="l" rtl="0">
              <a:lnSpc>
                <a:spcPct val="100000"/>
              </a:lnSpc>
              <a:spcBef>
                <a:spcPts val="1000"/>
              </a:spcBef>
              <a:spcAft>
                <a:spcPts val="0"/>
              </a:spcAft>
              <a:buClr>
                <a:schemeClr val="accent1"/>
              </a:buClr>
              <a:buSzPts val="1440"/>
              <a:buFont typeface="Noto Sans Symbols"/>
              <a:buChar char="►"/>
              <a:defRPr sz="1800" b="0" i="0" u="none" strike="noStrike" cap="none">
                <a:solidFill>
                  <a:srgbClr val="3F3F3F"/>
                </a:solidFill>
                <a:latin typeface="Arial"/>
                <a:ea typeface="Arial"/>
                <a:cs typeface="Arial"/>
                <a:sym typeface="Arial"/>
              </a:defRPr>
            </a:lvl1pPr>
            <a:lvl2pPr marL="914400" marR="0" lvl="1" indent="-309880" algn="l" rtl="0">
              <a:lnSpc>
                <a:spcPct val="100000"/>
              </a:lnSpc>
              <a:spcBef>
                <a:spcPts val="1000"/>
              </a:spcBef>
              <a:spcAft>
                <a:spcPts val="0"/>
              </a:spcAft>
              <a:buClr>
                <a:schemeClr val="accent1"/>
              </a:buClr>
              <a:buSzPts val="1280"/>
              <a:buFont typeface="Noto Sans Symbols"/>
              <a:buChar char="►"/>
              <a:defRPr sz="1600" b="0" i="0" u="none" strike="noStrike" cap="none">
                <a:solidFill>
                  <a:srgbClr val="3F3F3F"/>
                </a:solidFill>
                <a:latin typeface="Arial"/>
                <a:ea typeface="Arial"/>
                <a:cs typeface="Arial"/>
                <a:sym typeface="Arial"/>
              </a:defRPr>
            </a:lvl2pPr>
            <a:lvl3pPr marL="1371600" marR="0" lvl="2" indent="-299719" algn="l" rtl="0">
              <a:lnSpc>
                <a:spcPct val="100000"/>
              </a:lnSpc>
              <a:spcBef>
                <a:spcPts val="1000"/>
              </a:spcBef>
              <a:spcAft>
                <a:spcPts val="0"/>
              </a:spcAft>
              <a:buClr>
                <a:schemeClr val="accent1"/>
              </a:buClr>
              <a:buSzPts val="1120"/>
              <a:buFont typeface="Noto Sans Symbols"/>
              <a:buChar char="►"/>
              <a:defRPr sz="1400" b="0" i="0" u="none" strike="noStrike" cap="none">
                <a:solidFill>
                  <a:srgbClr val="3F3F3F"/>
                </a:solidFill>
                <a:latin typeface="Arial"/>
                <a:ea typeface="Arial"/>
                <a:cs typeface="Arial"/>
                <a:sym typeface="Arial"/>
              </a:defRPr>
            </a:lvl3pPr>
            <a:lvl4pPr marL="1828800" marR="0" lvl="3" indent="-289560" algn="l" rtl="0">
              <a:lnSpc>
                <a:spcPct val="100000"/>
              </a:lnSpc>
              <a:spcBef>
                <a:spcPts val="1000"/>
              </a:spcBef>
              <a:spcAft>
                <a:spcPts val="0"/>
              </a:spcAft>
              <a:buClr>
                <a:schemeClr val="accent1"/>
              </a:buClr>
              <a:buSzPts val="960"/>
              <a:buFont typeface="Noto Sans Symbols"/>
              <a:buChar char="►"/>
              <a:defRPr sz="1200" b="0" i="0" u="none" strike="noStrike" cap="none">
                <a:solidFill>
                  <a:srgbClr val="3F3F3F"/>
                </a:solidFill>
                <a:latin typeface="Arial"/>
                <a:ea typeface="Arial"/>
                <a:cs typeface="Arial"/>
                <a:sym typeface="Arial"/>
              </a:defRPr>
            </a:lvl4pPr>
            <a:lvl5pPr marL="2286000" marR="0" lvl="4" indent="-289560" algn="l" rtl="0">
              <a:lnSpc>
                <a:spcPct val="100000"/>
              </a:lnSpc>
              <a:spcBef>
                <a:spcPts val="1000"/>
              </a:spcBef>
              <a:spcAft>
                <a:spcPts val="0"/>
              </a:spcAft>
              <a:buClr>
                <a:schemeClr val="accent1"/>
              </a:buClr>
              <a:buSzPts val="960"/>
              <a:buFont typeface="Noto Sans Symbols"/>
              <a:buChar char="►"/>
              <a:defRPr sz="1200" b="0" i="0" u="none" strike="noStrike" cap="none">
                <a:solidFill>
                  <a:srgbClr val="3F3F3F"/>
                </a:solidFill>
                <a:latin typeface="Arial"/>
                <a:ea typeface="Arial"/>
                <a:cs typeface="Arial"/>
                <a:sym typeface="Arial"/>
              </a:defRPr>
            </a:lvl5pPr>
            <a:lvl6pPr marL="2743200" marR="0" lvl="5" indent="-289560" algn="l" rtl="0">
              <a:lnSpc>
                <a:spcPct val="100000"/>
              </a:lnSpc>
              <a:spcBef>
                <a:spcPts val="1000"/>
              </a:spcBef>
              <a:spcAft>
                <a:spcPts val="0"/>
              </a:spcAft>
              <a:buClr>
                <a:schemeClr val="accent1"/>
              </a:buClr>
              <a:buSzPts val="960"/>
              <a:buFont typeface="Noto Sans Symbols"/>
              <a:buChar char="►"/>
              <a:defRPr sz="1200" b="0" i="0" u="none" strike="noStrike" cap="none">
                <a:solidFill>
                  <a:srgbClr val="3F3F3F"/>
                </a:solidFill>
                <a:latin typeface="Trebuchet MS"/>
                <a:ea typeface="Trebuchet MS"/>
                <a:cs typeface="Trebuchet MS"/>
                <a:sym typeface="Trebuchet MS"/>
              </a:defRPr>
            </a:lvl6pPr>
            <a:lvl7pPr marL="3200400" marR="0" lvl="6" indent="-289560" algn="l" rtl="0">
              <a:lnSpc>
                <a:spcPct val="100000"/>
              </a:lnSpc>
              <a:spcBef>
                <a:spcPts val="1000"/>
              </a:spcBef>
              <a:spcAft>
                <a:spcPts val="0"/>
              </a:spcAft>
              <a:buClr>
                <a:schemeClr val="accent1"/>
              </a:buClr>
              <a:buSzPts val="960"/>
              <a:buFont typeface="Noto Sans Symbols"/>
              <a:buChar char="►"/>
              <a:defRPr sz="1200" b="0" i="0" u="none" strike="noStrike" cap="none">
                <a:solidFill>
                  <a:srgbClr val="3F3F3F"/>
                </a:solidFill>
                <a:latin typeface="Trebuchet MS"/>
                <a:ea typeface="Trebuchet MS"/>
                <a:cs typeface="Trebuchet MS"/>
                <a:sym typeface="Trebuchet MS"/>
              </a:defRPr>
            </a:lvl7pPr>
            <a:lvl8pPr marL="3657600" marR="0" lvl="7" indent="-289559" algn="l" rtl="0">
              <a:lnSpc>
                <a:spcPct val="100000"/>
              </a:lnSpc>
              <a:spcBef>
                <a:spcPts val="1000"/>
              </a:spcBef>
              <a:spcAft>
                <a:spcPts val="0"/>
              </a:spcAft>
              <a:buClr>
                <a:schemeClr val="accent1"/>
              </a:buClr>
              <a:buSzPts val="960"/>
              <a:buFont typeface="Noto Sans Symbols"/>
              <a:buChar char="►"/>
              <a:defRPr sz="1200" b="0" i="0" u="none" strike="noStrike" cap="none">
                <a:solidFill>
                  <a:srgbClr val="3F3F3F"/>
                </a:solidFill>
                <a:latin typeface="Trebuchet MS"/>
                <a:ea typeface="Trebuchet MS"/>
                <a:cs typeface="Trebuchet MS"/>
                <a:sym typeface="Trebuchet MS"/>
              </a:defRPr>
            </a:lvl8pPr>
            <a:lvl9pPr marL="4114800" marR="0" lvl="8" indent="-289559" algn="l" rtl="0">
              <a:lnSpc>
                <a:spcPct val="100000"/>
              </a:lnSpc>
              <a:spcBef>
                <a:spcPts val="1000"/>
              </a:spcBef>
              <a:spcAft>
                <a:spcPts val="0"/>
              </a:spcAft>
              <a:buClr>
                <a:schemeClr val="accent1"/>
              </a:buClr>
              <a:buSzPts val="960"/>
              <a:buFont typeface="Noto Sans Symbols"/>
              <a:buChar char="►"/>
              <a:defRPr sz="1200" b="0" i="0" u="none" strike="noStrike" cap="none">
                <a:solidFill>
                  <a:srgbClr val="3F3F3F"/>
                </a:solidFill>
                <a:latin typeface="Trebuchet MS"/>
                <a:ea typeface="Trebuchet MS"/>
                <a:cs typeface="Trebuchet MS"/>
                <a:sym typeface="Trebuchet MS"/>
              </a:defRPr>
            </a:lvl9pPr>
          </a:lstStyle>
          <a:p>
            <a:pPr marL="285750" indent="-285750">
              <a:spcBef>
                <a:spcPts val="600"/>
              </a:spcBef>
              <a:buFont typeface="Courier New" panose="02070309020205020404" pitchFamily="49" charset="0"/>
              <a:buChar char="o"/>
            </a:pPr>
            <a:r>
              <a:rPr lang="en-US" sz="2000">
                <a:solidFill>
                  <a:srgbClr val="02BDC7"/>
                </a:solidFill>
                <a:latin typeface="Roboto Slab Light"/>
                <a:ea typeface="Roboto Slab Light"/>
                <a:cs typeface="Roboto Slab Light"/>
                <a:sym typeface="Roboto Slab Light"/>
              </a:rPr>
              <a:t>Admin</a:t>
            </a:r>
          </a:p>
          <a:p>
            <a:pPr marL="285750" indent="-285750">
              <a:spcAft>
                <a:spcPts val="1000"/>
              </a:spcAft>
              <a:buFont typeface="Wingdings" panose="05000000000000000000" pitchFamily="2" charset="2"/>
              <a:buChar char="v"/>
            </a:pPr>
            <a:r>
              <a:rPr lang="en-US" sz="2000"/>
              <a:t>Đăng nhập: Admin có thể đăng nhập</a:t>
            </a:r>
          </a:p>
          <a:p>
            <a:pPr marL="285750" indent="-285750">
              <a:spcAft>
                <a:spcPts val="1000"/>
              </a:spcAft>
              <a:buFont typeface="Wingdings" panose="05000000000000000000" pitchFamily="2" charset="2"/>
              <a:buChar char="v"/>
            </a:pPr>
            <a:r>
              <a:rPr lang="en-US" sz="2000"/>
              <a:t>Thêm bàn: Cho phép thêm bàn mới vào dữ liệu</a:t>
            </a:r>
          </a:p>
          <a:p>
            <a:pPr marL="285750" indent="-285750">
              <a:spcAft>
                <a:spcPts val="1000"/>
              </a:spcAft>
              <a:buFont typeface="Wingdings" panose="05000000000000000000" pitchFamily="2" charset="2"/>
              <a:buChar char="v"/>
            </a:pPr>
            <a:r>
              <a:rPr lang="en-US" sz="2000"/>
              <a:t>Xóa bàn: Cho phép  xóa bàn trong dữ liệu</a:t>
            </a:r>
          </a:p>
          <a:p>
            <a:pPr marL="285750" indent="-285750">
              <a:spcAft>
                <a:spcPts val="1000"/>
              </a:spcAft>
              <a:buFont typeface="Wingdings" panose="05000000000000000000" pitchFamily="2" charset="2"/>
              <a:buChar char="v"/>
            </a:pPr>
            <a:r>
              <a:rPr lang="en-US" sz="2000"/>
              <a:t>Sửa bàn: Cho phép sửa bàn trong dữ liệu</a:t>
            </a:r>
          </a:p>
          <a:p>
            <a:pPr marL="285750" indent="-285750">
              <a:spcAft>
                <a:spcPts val="1000"/>
              </a:spcAft>
              <a:buFont typeface="Wingdings" panose="05000000000000000000" pitchFamily="2" charset="2"/>
              <a:buChar char="v"/>
            </a:pPr>
            <a:r>
              <a:rPr lang="en-US" sz="2000"/>
              <a:t>Thêm món ăn: Cho phép thêm bàn mới vào dữ liệu</a:t>
            </a:r>
          </a:p>
          <a:p>
            <a:pPr marL="285750" indent="-285750">
              <a:spcAft>
                <a:spcPts val="1000"/>
              </a:spcAft>
              <a:buFont typeface="Wingdings" panose="05000000000000000000" pitchFamily="2" charset="2"/>
              <a:buChar char="v"/>
            </a:pPr>
            <a:r>
              <a:rPr lang="en-US" sz="2000"/>
              <a:t>Xóa món ăn: Cho phép  xóa bàn trong dữ liệu</a:t>
            </a:r>
          </a:p>
          <a:p>
            <a:pPr marL="285750" indent="-285750">
              <a:spcAft>
                <a:spcPts val="1000"/>
              </a:spcAft>
              <a:buFont typeface="Wingdings" panose="05000000000000000000" pitchFamily="2" charset="2"/>
              <a:buChar char="v"/>
            </a:pPr>
            <a:r>
              <a:rPr lang="en-US" sz="2000"/>
              <a:t>Sửa món ăn: Cho phép sửa bàn trong dữ liệu</a:t>
            </a:r>
          </a:p>
          <a:p>
            <a:pPr marL="285750" indent="-285750">
              <a:spcAft>
                <a:spcPts val="1000"/>
              </a:spcAft>
              <a:buFont typeface="Wingdings" panose="05000000000000000000" pitchFamily="2" charset="2"/>
              <a:buChar char="v"/>
            </a:pPr>
            <a:r>
              <a:rPr lang="en-US" sz="2000"/>
              <a:t>Quản lý khách hàng</a:t>
            </a:r>
          </a:p>
          <a:p>
            <a:pPr marL="285750" indent="-285750">
              <a:spcAft>
                <a:spcPts val="1000"/>
              </a:spcAft>
              <a:buFont typeface="Wingdings" panose="05000000000000000000" pitchFamily="2" charset="2"/>
              <a:buChar char="v"/>
            </a:pPr>
            <a:r>
              <a:rPr lang="en-US" sz="2000"/>
              <a:t>Thông kê doanh thu</a:t>
            </a:r>
          </a:p>
        </p:txBody>
      </p:sp>
    </p:spTree>
    <p:extLst>
      <p:ext uri="{BB962C8B-B14F-4D97-AF65-F5344CB8AC3E}">
        <p14:creationId xmlns:p14="http://schemas.microsoft.com/office/powerpoint/2010/main" val="383616580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37;p44">
            <a:extLst>
              <a:ext uri="{FF2B5EF4-FFF2-40B4-BE49-F238E27FC236}">
                <a16:creationId xmlns:a16="http://schemas.microsoft.com/office/drawing/2014/main" id="{C7B03A38-7482-3A38-7FA4-6896A307899E}"/>
              </a:ext>
            </a:extLst>
          </p:cNvPr>
          <p:cNvSpPr txBox="1">
            <a:spLocks/>
          </p:cNvSpPr>
          <p:nvPr/>
        </p:nvSpPr>
        <p:spPr>
          <a:xfrm>
            <a:off x="704347" y="663080"/>
            <a:ext cx="7354800" cy="604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accent1"/>
              </a:buClr>
              <a:buSzPts val="3600"/>
              <a:buFont typeface="Arial"/>
              <a:buNone/>
              <a:defRPr sz="3600" b="0" i="0" u="none" strike="noStrike" cap="none">
                <a:solidFill>
                  <a:schemeClr val="accent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9pPr>
          </a:lstStyle>
          <a:p>
            <a:r>
              <a:rPr lang="en-US" sz="2400" b="1">
                <a:solidFill>
                  <a:schemeClr val="dk1"/>
                </a:solidFill>
              </a:rPr>
              <a:t>2. Chức năng hệ thống cần kiểm thử</a:t>
            </a:r>
            <a:endParaRPr lang="vi-VN" sz="2400" b="1">
              <a:solidFill>
                <a:schemeClr val="dk1"/>
              </a:solidFill>
            </a:endParaRPr>
          </a:p>
        </p:txBody>
      </p:sp>
      <p:sp>
        <p:nvSpPr>
          <p:cNvPr id="5" name="Google Shape;578;p34">
            <a:extLst>
              <a:ext uri="{FF2B5EF4-FFF2-40B4-BE49-F238E27FC236}">
                <a16:creationId xmlns:a16="http://schemas.microsoft.com/office/drawing/2014/main" id="{0E06712A-F4D6-0858-F7D5-53129A5D972A}"/>
              </a:ext>
            </a:extLst>
          </p:cNvPr>
          <p:cNvSpPr txBox="1">
            <a:spLocks/>
          </p:cNvSpPr>
          <p:nvPr/>
        </p:nvSpPr>
        <p:spPr>
          <a:xfrm>
            <a:off x="1333365" y="1267880"/>
            <a:ext cx="6344299" cy="5174109"/>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20040" algn="l" rtl="0">
              <a:lnSpc>
                <a:spcPct val="100000"/>
              </a:lnSpc>
              <a:spcBef>
                <a:spcPts val="1000"/>
              </a:spcBef>
              <a:spcAft>
                <a:spcPts val="0"/>
              </a:spcAft>
              <a:buClr>
                <a:schemeClr val="accent1"/>
              </a:buClr>
              <a:buSzPts val="1440"/>
              <a:buFont typeface="Noto Sans Symbols"/>
              <a:buChar char="►"/>
              <a:defRPr sz="1800" b="0" i="0" u="none" strike="noStrike" cap="none">
                <a:solidFill>
                  <a:srgbClr val="3F3F3F"/>
                </a:solidFill>
                <a:latin typeface="Arial"/>
                <a:ea typeface="Arial"/>
                <a:cs typeface="Arial"/>
                <a:sym typeface="Arial"/>
              </a:defRPr>
            </a:lvl1pPr>
            <a:lvl2pPr marL="914400" marR="0" lvl="1" indent="-309880" algn="l" rtl="0">
              <a:lnSpc>
                <a:spcPct val="100000"/>
              </a:lnSpc>
              <a:spcBef>
                <a:spcPts val="1000"/>
              </a:spcBef>
              <a:spcAft>
                <a:spcPts val="0"/>
              </a:spcAft>
              <a:buClr>
                <a:schemeClr val="accent1"/>
              </a:buClr>
              <a:buSzPts val="1280"/>
              <a:buFont typeface="Noto Sans Symbols"/>
              <a:buChar char="►"/>
              <a:defRPr sz="1600" b="0" i="0" u="none" strike="noStrike" cap="none">
                <a:solidFill>
                  <a:srgbClr val="3F3F3F"/>
                </a:solidFill>
                <a:latin typeface="Arial"/>
                <a:ea typeface="Arial"/>
                <a:cs typeface="Arial"/>
                <a:sym typeface="Arial"/>
              </a:defRPr>
            </a:lvl2pPr>
            <a:lvl3pPr marL="1371600" marR="0" lvl="2" indent="-299719" algn="l" rtl="0">
              <a:lnSpc>
                <a:spcPct val="100000"/>
              </a:lnSpc>
              <a:spcBef>
                <a:spcPts val="1000"/>
              </a:spcBef>
              <a:spcAft>
                <a:spcPts val="0"/>
              </a:spcAft>
              <a:buClr>
                <a:schemeClr val="accent1"/>
              </a:buClr>
              <a:buSzPts val="1120"/>
              <a:buFont typeface="Noto Sans Symbols"/>
              <a:buChar char="►"/>
              <a:defRPr sz="1400" b="0" i="0" u="none" strike="noStrike" cap="none">
                <a:solidFill>
                  <a:srgbClr val="3F3F3F"/>
                </a:solidFill>
                <a:latin typeface="Arial"/>
                <a:ea typeface="Arial"/>
                <a:cs typeface="Arial"/>
                <a:sym typeface="Arial"/>
              </a:defRPr>
            </a:lvl3pPr>
            <a:lvl4pPr marL="1828800" marR="0" lvl="3" indent="-289560" algn="l" rtl="0">
              <a:lnSpc>
                <a:spcPct val="100000"/>
              </a:lnSpc>
              <a:spcBef>
                <a:spcPts val="1000"/>
              </a:spcBef>
              <a:spcAft>
                <a:spcPts val="0"/>
              </a:spcAft>
              <a:buClr>
                <a:schemeClr val="accent1"/>
              </a:buClr>
              <a:buSzPts val="960"/>
              <a:buFont typeface="Noto Sans Symbols"/>
              <a:buChar char="►"/>
              <a:defRPr sz="1200" b="0" i="0" u="none" strike="noStrike" cap="none">
                <a:solidFill>
                  <a:srgbClr val="3F3F3F"/>
                </a:solidFill>
                <a:latin typeface="Arial"/>
                <a:ea typeface="Arial"/>
                <a:cs typeface="Arial"/>
                <a:sym typeface="Arial"/>
              </a:defRPr>
            </a:lvl4pPr>
            <a:lvl5pPr marL="2286000" marR="0" lvl="4" indent="-289560" algn="l" rtl="0">
              <a:lnSpc>
                <a:spcPct val="100000"/>
              </a:lnSpc>
              <a:spcBef>
                <a:spcPts val="1000"/>
              </a:spcBef>
              <a:spcAft>
                <a:spcPts val="0"/>
              </a:spcAft>
              <a:buClr>
                <a:schemeClr val="accent1"/>
              </a:buClr>
              <a:buSzPts val="960"/>
              <a:buFont typeface="Noto Sans Symbols"/>
              <a:buChar char="►"/>
              <a:defRPr sz="1200" b="0" i="0" u="none" strike="noStrike" cap="none">
                <a:solidFill>
                  <a:srgbClr val="3F3F3F"/>
                </a:solidFill>
                <a:latin typeface="Arial"/>
                <a:ea typeface="Arial"/>
                <a:cs typeface="Arial"/>
                <a:sym typeface="Arial"/>
              </a:defRPr>
            </a:lvl5pPr>
            <a:lvl6pPr marL="2743200" marR="0" lvl="5" indent="-289560" algn="l" rtl="0">
              <a:lnSpc>
                <a:spcPct val="100000"/>
              </a:lnSpc>
              <a:spcBef>
                <a:spcPts val="1000"/>
              </a:spcBef>
              <a:spcAft>
                <a:spcPts val="0"/>
              </a:spcAft>
              <a:buClr>
                <a:schemeClr val="accent1"/>
              </a:buClr>
              <a:buSzPts val="960"/>
              <a:buFont typeface="Noto Sans Symbols"/>
              <a:buChar char="►"/>
              <a:defRPr sz="1200" b="0" i="0" u="none" strike="noStrike" cap="none">
                <a:solidFill>
                  <a:srgbClr val="3F3F3F"/>
                </a:solidFill>
                <a:latin typeface="Trebuchet MS"/>
                <a:ea typeface="Trebuchet MS"/>
                <a:cs typeface="Trebuchet MS"/>
                <a:sym typeface="Trebuchet MS"/>
              </a:defRPr>
            </a:lvl6pPr>
            <a:lvl7pPr marL="3200400" marR="0" lvl="6" indent="-289560" algn="l" rtl="0">
              <a:lnSpc>
                <a:spcPct val="100000"/>
              </a:lnSpc>
              <a:spcBef>
                <a:spcPts val="1000"/>
              </a:spcBef>
              <a:spcAft>
                <a:spcPts val="0"/>
              </a:spcAft>
              <a:buClr>
                <a:schemeClr val="accent1"/>
              </a:buClr>
              <a:buSzPts val="960"/>
              <a:buFont typeface="Noto Sans Symbols"/>
              <a:buChar char="►"/>
              <a:defRPr sz="1200" b="0" i="0" u="none" strike="noStrike" cap="none">
                <a:solidFill>
                  <a:srgbClr val="3F3F3F"/>
                </a:solidFill>
                <a:latin typeface="Trebuchet MS"/>
                <a:ea typeface="Trebuchet MS"/>
                <a:cs typeface="Trebuchet MS"/>
                <a:sym typeface="Trebuchet MS"/>
              </a:defRPr>
            </a:lvl7pPr>
            <a:lvl8pPr marL="3657600" marR="0" lvl="7" indent="-289559" algn="l" rtl="0">
              <a:lnSpc>
                <a:spcPct val="100000"/>
              </a:lnSpc>
              <a:spcBef>
                <a:spcPts val="1000"/>
              </a:spcBef>
              <a:spcAft>
                <a:spcPts val="0"/>
              </a:spcAft>
              <a:buClr>
                <a:schemeClr val="accent1"/>
              </a:buClr>
              <a:buSzPts val="960"/>
              <a:buFont typeface="Noto Sans Symbols"/>
              <a:buChar char="►"/>
              <a:defRPr sz="1200" b="0" i="0" u="none" strike="noStrike" cap="none">
                <a:solidFill>
                  <a:srgbClr val="3F3F3F"/>
                </a:solidFill>
                <a:latin typeface="Trebuchet MS"/>
                <a:ea typeface="Trebuchet MS"/>
                <a:cs typeface="Trebuchet MS"/>
                <a:sym typeface="Trebuchet MS"/>
              </a:defRPr>
            </a:lvl8pPr>
            <a:lvl9pPr marL="4114800" marR="0" lvl="8" indent="-289559" algn="l" rtl="0">
              <a:lnSpc>
                <a:spcPct val="100000"/>
              </a:lnSpc>
              <a:spcBef>
                <a:spcPts val="1000"/>
              </a:spcBef>
              <a:spcAft>
                <a:spcPts val="0"/>
              </a:spcAft>
              <a:buClr>
                <a:schemeClr val="accent1"/>
              </a:buClr>
              <a:buSzPts val="960"/>
              <a:buFont typeface="Noto Sans Symbols"/>
              <a:buChar char="►"/>
              <a:defRPr sz="1200" b="0" i="0" u="none" strike="noStrike" cap="none">
                <a:solidFill>
                  <a:srgbClr val="3F3F3F"/>
                </a:solidFill>
                <a:latin typeface="Trebuchet MS"/>
                <a:ea typeface="Trebuchet MS"/>
                <a:cs typeface="Trebuchet MS"/>
                <a:sym typeface="Trebuchet MS"/>
              </a:defRPr>
            </a:lvl9pPr>
          </a:lstStyle>
          <a:p>
            <a:pPr marL="285750" indent="-285750">
              <a:buFont typeface="Courier New" panose="02070309020205020404" pitchFamily="49" charset="0"/>
              <a:buChar char="o"/>
            </a:pPr>
            <a:r>
              <a:rPr lang="en-US" sz="2000">
                <a:solidFill>
                  <a:srgbClr val="02BDC7"/>
                </a:solidFill>
                <a:latin typeface="Roboto Slab Light"/>
                <a:ea typeface="Roboto Slab Light"/>
                <a:cs typeface="Roboto Slab Light"/>
                <a:sym typeface="Roboto Slab Light"/>
              </a:rPr>
              <a:t>Khách hàng</a:t>
            </a:r>
          </a:p>
          <a:p>
            <a:pPr marL="285750" indent="-285750">
              <a:spcAft>
                <a:spcPts val="1000"/>
              </a:spcAft>
              <a:buFont typeface="Wingdings" panose="05000000000000000000" pitchFamily="2" charset="2"/>
              <a:buChar char="v"/>
            </a:pPr>
            <a:r>
              <a:rPr lang="en-US" sz="2000"/>
              <a:t>Đăng nhập: Cho phép user đăng nhập vào hệ thống</a:t>
            </a:r>
          </a:p>
          <a:p>
            <a:pPr marL="285750" indent="-285750">
              <a:spcAft>
                <a:spcPts val="1000"/>
              </a:spcAft>
              <a:buFont typeface="Wingdings" panose="05000000000000000000" pitchFamily="2" charset="2"/>
              <a:buChar char="v"/>
            </a:pPr>
            <a:r>
              <a:rPr lang="en-US" sz="2000"/>
              <a:t>Xem bàn: Cho phép user bàn </a:t>
            </a:r>
          </a:p>
          <a:p>
            <a:pPr marL="285750" indent="-285750">
              <a:spcAft>
                <a:spcPts val="1000"/>
              </a:spcAft>
              <a:buFont typeface="Wingdings" panose="05000000000000000000" pitchFamily="2" charset="2"/>
              <a:buChar char="v"/>
            </a:pPr>
            <a:r>
              <a:rPr lang="en-US" sz="2000"/>
              <a:t>Xem món: cho phép user xem món ăn</a:t>
            </a:r>
          </a:p>
          <a:p>
            <a:pPr marL="285750" indent="-285750">
              <a:spcAft>
                <a:spcPts val="1000"/>
              </a:spcAft>
              <a:buFont typeface="Wingdings" panose="05000000000000000000" pitchFamily="2" charset="2"/>
              <a:buChar char="v"/>
            </a:pPr>
            <a:r>
              <a:rPr lang="en-US" sz="2000"/>
              <a:t>Đặt bàn: cho phép user đặt bàn</a:t>
            </a:r>
          </a:p>
          <a:p>
            <a:pPr marL="285750" indent="-285750">
              <a:spcAft>
                <a:spcPts val="1000"/>
              </a:spcAft>
              <a:buFont typeface="Wingdings" panose="05000000000000000000" pitchFamily="2" charset="2"/>
              <a:buChar char="v"/>
            </a:pPr>
            <a:r>
              <a:rPr lang="en-US" sz="2000"/>
              <a:t>Đặt món ăn: cho phép user đặt món ăn</a:t>
            </a:r>
          </a:p>
          <a:p>
            <a:pPr marL="285750" indent="-285750">
              <a:spcAft>
                <a:spcPts val="1000"/>
              </a:spcAft>
              <a:buFont typeface="Wingdings" panose="05000000000000000000" pitchFamily="2" charset="2"/>
              <a:buChar char="v"/>
            </a:pPr>
            <a:r>
              <a:rPr lang="en-US" sz="2000"/>
              <a:t>Thanh toán: cho phép user thanh toán </a:t>
            </a:r>
          </a:p>
          <a:p>
            <a:pPr marL="285750" indent="-285750">
              <a:spcAft>
                <a:spcPts val="1000"/>
              </a:spcAft>
              <a:buFont typeface="Wingdings" panose="05000000000000000000" pitchFamily="2" charset="2"/>
              <a:buChar char="v"/>
            </a:pPr>
            <a:r>
              <a:rPr lang="en-US" sz="2000"/>
              <a:t>Thông tin cá nhân: cho phép user xem và chỉnh sửa thông tin cá nhân</a:t>
            </a:r>
          </a:p>
          <a:p>
            <a:pPr marL="285750" indent="-285750">
              <a:spcAft>
                <a:spcPts val="1000"/>
              </a:spcAft>
              <a:buFont typeface="Wingdings" panose="05000000000000000000" pitchFamily="2" charset="2"/>
              <a:buChar char="v"/>
            </a:pPr>
            <a:r>
              <a:rPr lang="en-US" sz="2000"/>
              <a:t>Đăng Xuất: Cho phép user thoát tài khoản</a:t>
            </a:r>
            <a:endParaRPr lang="en-US" sz="2000" dirty="0"/>
          </a:p>
        </p:txBody>
      </p:sp>
    </p:spTree>
    <p:extLst>
      <p:ext uri="{BB962C8B-B14F-4D97-AF65-F5344CB8AC3E}">
        <p14:creationId xmlns:p14="http://schemas.microsoft.com/office/powerpoint/2010/main" val="29192767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9812AC1-F461-53A5-B466-8D65D46D2086}"/>
              </a:ext>
            </a:extLst>
          </p:cNvPr>
          <p:cNvPicPr>
            <a:picLocks noChangeAspect="1"/>
          </p:cNvPicPr>
          <p:nvPr/>
        </p:nvPicPr>
        <p:blipFill>
          <a:blip r:embed="rId2"/>
          <a:stretch>
            <a:fillRect/>
          </a:stretch>
        </p:blipFill>
        <p:spPr>
          <a:xfrm>
            <a:off x="1829667" y="403655"/>
            <a:ext cx="2536387" cy="5589204"/>
          </a:xfrm>
          <a:prstGeom prst="rect">
            <a:avLst/>
          </a:prstGeom>
        </p:spPr>
      </p:pic>
      <p:pic>
        <p:nvPicPr>
          <p:cNvPr id="7" name="Picture 6">
            <a:extLst>
              <a:ext uri="{FF2B5EF4-FFF2-40B4-BE49-F238E27FC236}">
                <a16:creationId xmlns:a16="http://schemas.microsoft.com/office/drawing/2014/main" id="{0F73DF64-3BDC-D546-AA5A-1CA695B191F8}"/>
              </a:ext>
            </a:extLst>
          </p:cNvPr>
          <p:cNvPicPr>
            <a:picLocks noChangeAspect="1"/>
          </p:cNvPicPr>
          <p:nvPr/>
        </p:nvPicPr>
        <p:blipFill>
          <a:blip r:embed="rId3"/>
          <a:stretch>
            <a:fillRect/>
          </a:stretch>
        </p:blipFill>
        <p:spPr>
          <a:xfrm>
            <a:off x="5339064" y="288325"/>
            <a:ext cx="2602860" cy="5675870"/>
          </a:xfrm>
          <a:prstGeom prst="rect">
            <a:avLst/>
          </a:prstGeom>
        </p:spPr>
      </p:pic>
    </p:spTree>
    <p:extLst>
      <p:ext uri="{BB962C8B-B14F-4D97-AF65-F5344CB8AC3E}">
        <p14:creationId xmlns:p14="http://schemas.microsoft.com/office/powerpoint/2010/main" val="318807555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D89BCCFE-174F-7789-E25F-C4EDEBF3B627}"/>
              </a:ext>
            </a:extLst>
          </p:cNvPr>
          <p:cNvSpPr txBox="1"/>
          <p:nvPr/>
        </p:nvSpPr>
        <p:spPr>
          <a:xfrm>
            <a:off x="217714" y="598204"/>
            <a:ext cx="7571303" cy="830997"/>
          </a:xfrm>
          <a:prstGeom prst="rect">
            <a:avLst/>
          </a:prstGeom>
          <a:noFill/>
        </p:spPr>
        <p:txBody>
          <a:bodyPr wrap="none" rtlCol="0">
            <a:spAutoFit/>
          </a:bodyPr>
          <a:lstStyle/>
          <a:p>
            <a:r>
              <a:rPr lang="en-US" sz="4800" b="1">
                <a:solidFill>
                  <a:srgbClr val="00B0F0"/>
                </a:solidFill>
              </a:rPr>
              <a:t>PHÂN CÔNG CÔNG VIỆC</a:t>
            </a:r>
            <a:endParaRPr lang="en-US" sz="4800" b="1" dirty="0">
              <a:solidFill>
                <a:srgbClr val="00B0F0"/>
              </a:solidFill>
            </a:endParaRPr>
          </a:p>
        </p:txBody>
      </p:sp>
      <p:graphicFrame>
        <p:nvGraphicFramePr>
          <p:cNvPr id="2" name="Table 1">
            <a:extLst>
              <a:ext uri="{FF2B5EF4-FFF2-40B4-BE49-F238E27FC236}">
                <a16:creationId xmlns:a16="http://schemas.microsoft.com/office/drawing/2014/main" id="{9CABA1B7-293E-151A-7D16-60DFBDC61307}"/>
              </a:ext>
            </a:extLst>
          </p:cNvPr>
          <p:cNvGraphicFramePr>
            <a:graphicFrameLocks noGrp="1"/>
          </p:cNvGraphicFramePr>
          <p:nvPr>
            <p:extLst>
              <p:ext uri="{D42A27DB-BD31-4B8C-83A1-F6EECF244321}">
                <p14:modId xmlns:p14="http://schemas.microsoft.com/office/powerpoint/2010/main" val="2210382095"/>
              </p:ext>
            </p:extLst>
          </p:nvPr>
        </p:nvGraphicFramePr>
        <p:xfrm>
          <a:off x="1229798" y="1971117"/>
          <a:ext cx="6802094" cy="3993080"/>
        </p:xfrm>
        <a:graphic>
          <a:graphicData uri="http://schemas.openxmlformats.org/drawingml/2006/table">
            <a:tbl>
              <a:tblPr firstRow="1" firstCol="1" bandRow="1">
                <a:tableStyleId>{5C22544A-7EE6-4342-B048-85BDC9FD1C3A}</a:tableStyleId>
              </a:tblPr>
              <a:tblGrid>
                <a:gridCol w="1700159">
                  <a:extLst>
                    <a:ext uri="{9D8B030D-6E8A-4147-A177-3AD203B41FA5}">
                      <a16:colId xmlns:a16="http://schemas.microsoft.com/office/drawing/2014/main" val="2883655495"/>
                    </a:ext>
                  </a:extLst>
                </a:gridCol>
                <a:gridCol w="1700159">
                  <a:extLst>
                    <a:ext uri="{9D8B030D-6E8A-4147-A177-3AD203B41FA5}">
                      <a16:colId xmlns:a16="http://schemas.microsoft.com/office/drawing/2014/main" val="4261072179"/>
                    </a:ext>
                  </a:extLst>
                </a:gridCol>
                <a:gridCol w="1700888">
                  <a:extLst>
                    <a:ext uri="{9D8B030D-6E8A-4147-A177-3AD203B41FA5}">
                      <a16:colId xmlns:a16="http://schemas.microsoft.com/office/drawing/2014/main" val="3941502264"/>
                    </a:ext>
                  </a:extLst>
                </a:gridCol>
                <a:gridCol w="1700888">
                  <a:extLst>
                    <a:ext uri="{9D8B030D-6E8A-4147-A177-3AD203B41FA5}">
                      <a16:colId xmlns:a16="http://schemas.microsoft.com/office/drawing/2014/main" val="2228930709"/>
                    </a:ext>
                  </a:extLst>
                </a:gridCol>
              </a:tblGrid>
              <a:tr h="570440">
                <a:tc>
                  <a:txBody>
                    <a:bodyPr/>
                    <a:lstStyle/>
                    <a:p>
                      <a:pPr algn="ctr">
                        <a:lnSpc>
                          <a:spcPct val="107000"/>
                        </a:lnSpc>
                        <a:spcAft>
                          <a:spcPts val="800"/>
                        </a:spcAft>
                      </a:pPr>
                      <a:r>
                        <a:rPr lang="en-US" sz="1100">
                          <a:effectLst/>
                        </a:rPr>
                        <a:t>Công việc</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US" sz="1100">
                          <a:effectLst/>
                        </a:rPr>
                        <a:t>Nguyễn Văn Đức Tính</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US" sz="1100">
                          <a:effectLst/>
                        </a:rPr>
                        <a:t>Lê Quốc Hưng</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US" sz="1100">
                          <a:effectLst/>
                        </a:rPr>
                        <a:t>Huỳnh Vĩnh đạt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9459030"/>
                  </a:ext>
                </a:extLst>
              </a:tr>
              <a:tr h="570440">
                <a:tc>
                  <a:txBody>
                    <a:bodyPr/>
                    <a:lstStyle/>
                    <a:p>
                      <a:pPr algn="ctr">
                        <a:lnSpc>
                          <a:spcPct val="107000"/>
                        </a:lnSpc>
                        <a:spcAft>
                          <a:spcPts val="800"/>
                        </a:spcAft>
                      </a:pPr>
                      <a:r>
                        <a:rPr lang="en-US" sz="1100">
                          <a:effectLst/>
                          <a:latin typeface="Calibri" panose="020F0502020204030204" pitchFamily="34" charset="0"/>
                          <a:ea typeface="Calibri" panose="020F0502020204030204" pitchFamily="34" charset="0"/>
                          <a:cs typeface="Times New Roman" panose="02020603050405020304" pitchFamily="18" charset="0"/>
                        </a:rPr>
                        <a:t>TÌM HIỂU TOOL BUG TRACKING</a:t>
                      </a:r>
                    </a:p>
                  </a:txBody>
                  <a:tcPr marL="68580" marR="68580" marT="0" marB="0"/>
                </a:tc>
                <a:tc>
                  <a:txBody>
                    <a:bodyPr/>
                    <a:lstStyle/>
                    <a:p>
                      <a:pPr algn="ctr">
                        <a:lnSpc>
                          <a:spcPct val="107000"/>
                        </a:lnSpc>
                        <a:spcAft>
                          <a:spcPts val="800"/>
                        </a:spcAft>
                      </a:pPr>
                      <a:r>
                        <a:rPr lang="en-US" sz="1100">
                          <a:effectLst/>
                        </a:rPr>
                        <a:t>X</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US" sz="1100">
                          <a:effectLst/>
                        </a:rPr>
                        <a:t>X</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US" sz="1100">
                          <a:effectLst/>
                        </a:rPr>
                        <a:t>X</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114549471"/>
                  </a:ext>
                </a:extLst>
              </a:tr>
              <a:tr h="570440">
                <a:tc>
                  <a:txBody>
                    <a:bodyPr/>
                    <a:lstStyle/>
                    <a:p>
                      <a:pPr algn="ctr">
                        <a:lnSpc>
                          <a:spcPct val="107000"/>
                        </a:lnSpc>
                        <a:spcAft>
                          <a:spcPts val="800"/>
                        </a:spcAft>
                      </a:pPr>
                      <a:r>
                        <a:rPr lang="en-US" sz="1100">
                          <a:effectLst/>
                        </a:rPr>
                        <a:t>KIỂM THỬ HỆ THÔNG</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US" sz="1100">
                          <a:effectLst/>
                        </a:rPr>
                        <a:t>X</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US" sz="1100">
                          <a:effectLst/>
                        </a:rPr>
                        <a:t>X</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US" sz="1100">
                          <a:effectLst/>
                        </a:rPr>
                        <a:t>X</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937732433"/>
                  </a:ext>
                </a:extLst>
              </a:tr>
              <a:tr h="570440">
                <a:tc>
                  <a:txBody>
                    <a:bodyPr/>
                    <a:lstStyle/>
                    <a:p>
                      <a:pPr algn="ctr">
                        <a:lnSpc>
                          <a:spcPct val="107000"/>
                        </a:lnSpc>
                        <a:spcAft>
                          <a:spcPts val="800"/>
                        </a:spcAft>
                      </a:pPr>
                      <a:r>
                        <a:rPr lang="en-US" sz="1100">
                          <a:effectLst/>
                          <a:latin typeface="Calibri" panose="020F0502020204030204" pitchFamily="34" charset="0"/>
                          <a:ea typeface="Calibri" panose="020F0502020204030204" pitchFamily="34" charset="0"/>
                          <a:cs typeface="Times New Roman" panose="02020603050405020304" pitchFamily="18" charset="0"/>
                        </a:rPr>
                        <a:t>VIẾT TEST CASE</a:t>
                      </a:r>
                    </a:p>
                  </a:txBody>
                  <a:tcPr marL="68580" marR="68580" marT="0" marB="0"/>
                </a:tc>
                <a:tc>
                  <a:txBody>
                    <a:bodyPr/>
                    <a:lstStyle/>
                    <a:p>
                      <a:pPr algn="ctr">
                        <a:lnSpc>
                          <a:spcPct val="107000"/>
                        </a:lnSpc>
                        <a:spcAft>
                          <a:spcPts val="800"/>
                        </a:spcAft>
                      </a:pPr>
                      <a:r>
                        <a:rPr lang="en-US" sz="11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US" sz="1100">
                          <a:effectLst/>
                          <a:latin typeface="Calibri" panose="020F0502020204030204" pitchFamily="34" charset="0"/>
                          <a:ea typeface="Calibri" panose="020F0502020204030204" pitchFamily="34" charset="0"/>
                          <a:cs typeface="Times New Roman" panose="02020603050405020304" pitchFamily="18" charset="0"/>
                        </a:rPr>
                        <a:t>X</a:t>
                      </a:r>
                    </a:p>
                  </a:txBody>
                  <a:tcPr marL="68580" marR="68580" marT="0" marB="0"/>
                </a:tc>
                <a:tc>
                  <a:txBody>
                    <a:bodyPr/>
                    <a:lstStyle/>
                    <a:p>
                      <a:pPr algn="ctr">
                        <a:lnSpc>
                          <a:spcPct val="107000"/>
                        </a:lnSpc>
                        <a:spcAft>
                          <a:spcPts val="800"/>
                        </a:spcAft>
                      </a:pPr>
                      <a:r>
                        <a:rPr lang="en-US" sz="1100">
                          <a:effectLst/>
                        </a:rPr>
                        <a:t>X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758331106"/>
                  </a:ext>
                </a:extLst>
              </a:tr>
              <a:tr h="570440">
                <a:tc>
                  <a:txBody>
                    <a:bodyPr/>
                    <a:lstStyle/>
                    <a:p>
                      <a:pPr algn="ctr">
                        <a:lnSpc>
                          <a:spcPct val="107000"/>
                        </a:lnSpc>
                        <a:spcAft>
                          <a:spcPts val="800"/>
                        </a:spcAft>
                      </a:pPr>
                      <a:r>
                        <a:rPr lang="en-US" sz="1100">
                          <a:effectLst/>
                        </a:rPr>
                        <a:t>LÀM PPT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US" sz="1100">
                          <a:effectLst/>
                          <a:latin typeface="Calibri" panose="020F0502020204030204" pitchFamily="34" charset="0"/>
                          <a:ea typeface="Calibri" panose="020F0502020204030204" pitchFamily="34" charset="0"/>
                          <a:cs typeface="Times New Roman" panose="02020603050405020304" pitchFamily="18" charset="0"/>
                        </a:rPr>
                        <a:t>X</a:t>
                      </a:r>
                    </a:p>
                  </a:txBody>
                  <a:tcPr marL="68580" marR="68580" marT="0" marB="0"/>
                </a:tc>
                <a:tc>
                  <a:txBody>
                    <a:bodyPr/>
                    <a:lstStyle/>
                    <a:p>
                      <a:pPr algn="ctr">
                        <a:lnSpc>
                          <a:spcPct val="107000"/>
                        </a:lnSpc>
                        <a:spcAft>
                          <a:spcPts val="800"/>
                        </a:spcAft>
                      </a:pPr>
                      <a:r>
                        <a:rPr lang="en-US" sz="11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8144265"/>
                  </a:ext>
                </a:extLst>
              </a:tr>
              <a:tr h="570440">
                <a:tc>
                  <a:txBody>
                    <a:bodyPr/>
                    <a:lstStyle/>
                    <a:p>
                      <a:pPr algn="ctr">
                        <a:lnSpc>
                          <a:spcPct val="107000"/>
                        </a:lnSpc>
                        <a:spcAft>
                          <a:spcPts val="800"/>
                        </a:spcAft>
                      </a:pPr>
                      <a:r>
                        <a:rPr lang="en-US" sz="1100">
                          <a:effectLst/>
                        </a:rPr>
                        <a:t>PHẠM VI KIỂM THỬ CỦA HỆ THỐNG</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US" sz="1100">
                          <a:effectLst/>
                        </a:rPr>
                        <a:t>X</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US" sz="1100">
                          <a:effectLst/>
                        </a:rPr>
                        <a:t>X</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US" sz="1100">
                          <a:effectLst/>
                        </a:rPr>
                        <a:t>X</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573253892"/>
                  </a:ext>
                </a:extLst>
              </a:tr>
              <a:tr h="570440">
                <a:tc>
                  <a:txBody>
                    <a:bodyPr/>
                    <a:lstStyle/>
                    <a:p>
                      <a:pPr algn="ctr">
                        <a:lnSpc>
                          <a:spcPct val="107000"/>
                        </a:lnSpc>
                        <a:spcAft>
                          <a:spcPts val="800"/>
                        </a:spcAft>
                      </a:pPr>
                      <a:r>
                        <a:rPr lang="en-US" sz="1100">
                          <a:effectLst/>
                        </a:rPr>
                        <a:t>VIẾT BÁO CÁO BUG LIST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US" sz="1100">
                          <a:effectLst/>
                        </a:rPr>
                        <a:t>X</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US" sz="1100">
                          <a:effectLst/>
                        </a:rPr>
                        <a:t>X</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US" sz="1100">
                          <a:effectLst/>
                          <a:latin typeface="Calibri" panose="020F0502020204030204" pitchFamily="34" charset="0"/>
                          <a:ea typeface="Calibri" panose="020F0502020204030204" pitchFamily="34" charset="0"/>
                          <a:cs typeface="Times New Roman" panose="02020603050405020304" pitchFamily="18" charset="0"/>
                        </a:rPr>
                        <a:t>X</a:t>
                      </a:r>
                    </a:p>
                  </a:txBody>
                  <a:tcPr marL="68580" marR="68580" marT="0" marB="0"/>
                </a:tc>
                <a:extLst>
                  <a:ext uri="{0D108BD9-81ED-4DB2-BD59-A6C34878D82A}">
                    <a16:rowId xmlns:a16="http://schemas.microsoft.com/office/drawing/2014/main" val="66994225"/>
                  </a:ext>
                </a:extLst>
              </a:tr>
            </a:tbl>
          </a:graphicData>
        </a:graphic>
      </p:graphicFrame>
    </p:spTree>
    <p:extLst>
      <p:ext uri="{BB962C8B-B14F-4D97-AF65-F5344CB8AC3E}">
        <p14:creationId xmlns:p14="http://schemas.microsoft.com/office/powerpoint/2010/main" val="2503502247"/>
      </p:ext>
    </p:extLst>
  </p:cSld>
  <p:clrMapOvr>
    <a:masterClrMapping/>
  </p:clrMapOvr>
</p:sld>
</file>

<file path=ppt/theme/theme1.xml><?xml version="1.0" encoding="utf-8"?>
<a:theme xmlns:a="http://schemas.openxmlformats.org/drawingml/2006/main" name="Facet">
  <a:themeElements>
    <a:clrScheme name="Facet">
      <a:dk1>
        <a:srgbClr val="000000"/>
      </a:dk1>
      <a:lt1>
        <a:srgbClr val="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0173CD9ED6DBEE4C891215D5D7ED5CA5" ma:contentTypeVersion="14" ma:contentTypeDescription="Create a new document." ma:contentTypeScope="" ma:versionID="a3123fa2213e425469d334bea39f3613">
  <xsd:schema xmlns:xsd="http://www.w3.org/2001/XMLSchema" xmlns:xs="http://www.w3.org/2001/XMLSchema" xmlns:p="http://schemas.microsoft.com/office/2006/metadata/properties" xmlns:ns3="dde5ec7a-39d7-41f0-90e2-c873f80d85f4" xmlns:ns4="d8a2813a-6721-4d37-8f62-cab0e18075fd" targetNamespace="http://schemas.microsoft.com/office/2006/metadata/properties" ma:root="true" ma:fieldsID="cff97b5abcade77028e96196a9dfedd0" ns3:_="" ns4:_="">
    <xsd:import namespace="dde5ec7a-39d7-41f0-90e2-c873f80d85f4"/>
    <xsd:import namespace="d8a2813a-6721-4d37-8f62-cab0e18075fd"/>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3:MediaServiceLocation" minOccurs="0"/>
                <xsd:element ref="ns3:MediaServiceAutoKeyPoints" minOccurs="0"/>
                <xsd:element ref="ns3:MediaServiceKeyPoints" minOccurs="0"/>
                <xsd:element ref="ns4:SharedWithUsers" minOccurs="0"/>
                <xsd:element ref="ns4:SharedWithDetails" minOccurs="0"/>
                <xsd:element ref="ns4:SharingHintHash"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de5ec7a-39d7-41f0-90e2-c873f80d85f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4" nillable="true" ma:displayName="MediaServiceDateTaken" ma:hidden="true" ma:internalName="MediaServiceDateTaken"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LengthInSeconds" ma:index="21"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d8a2813a-6721-4d37-8f62-cab0e18075fd"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SharingHintHash" ma:index="20"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0451DF3-44BC-4EAB-A451-F52860F1937B}">
  <ds:schemaRefs>
    <ds:schemaRef ds:uri="http://purl.org/dc/terms/"/>
    <ds:schemaRef ds:uri="http://schemas.microsoft.com/office/2006/documentManagement/types"/>
    <ds:schemaRef ds:uri="d8a2813a-6721-4d37-8f62-cab0e18075fd"/>
    <ds:schemaRef ds:uri="http://schemas.microsoft.com/office/2006/metadata/properties"/>
    <ds:schemaRef ds:uri="http://purl.org/dc/elements/1.1/"/>
    <ds:schemaRef ds:uri="http://schemas.openxmlformats.org/package/2006/metadata/core-properties"/>
    <ds:schemaRef ds:uri="http://schemas.microsoft.com/office/infopath/2007/PartnerControls"/>
    <ds:schemaRef ds:uri="dde5ec7a-39d7-41f0-90e2-c873f80d85f4"/>
    <ds:schemaRef ds:uri="http://www.w3.org/XML/1998/namespace"/>
    <ds:schemaRef ds:uri="http://purl.org/dc/dcmitype/"/>
  </ds:schemaRefs>
</ds:datastoreItem>
</file>

<file path=customXml/itemProps2.xml><?xml version="1.0" encoding="utf-8"?>
<ds:datastoreItem xmlns:ds="http://schemas.openxmlformats.org/officeDocument/2006/customXml" ds:itemID="{F00B5D17-EEA1-4BFD-AFB4-DC5B65CE1CE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de5ec7a-39d7-41f0-90e2-c873f80d85f4"/>
    <ds:schemaRef ds:uri="d8a2813a-6721-4d37-8f62-cab0e18075f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AAFB03B3-3A9A-4643-A866-8A07F887C3F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524</TotalTime>
  <Words>1566</Words>
  <Application>Microsoft Office PowerPoint</Application>
  <PresentationFormat>Widescreen</PresentationFormat>
  <Paragraphs>168</Paragraphs>
  <Slides>26</Slides>
  <Notes>12</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26</vt:i4>
      </vt:variant>
    </vt:vector>
  </HeadingPairs>
  <TitlesOfParts>
    <vt:vector size="38" baseType="lpstr">
      <vt:lpstr>Arial</vt:lpstr>
      <vt:lpstr>Calibri</vt:lpstr>
      <vt:lpstr>Courier New</vt:lpstr>
      <vt:lpstr>Lato</vt:lpstr>
      <vt:lpstr>Noto Sans Symbols</vt:lpstr>
      <vt:lpstr>Roboto Slab Light</vt:lpstr>
      <vt:lpstr>Segoe UI Black</vt:lpstr>
      <vt:lpstr>Segoe UI Semibold</vt:lpstr>
      <vt:lpstr>Times New Roman</vt:lpstr>
      <vt:lpstr>Trebuchet MS</vt:lpstr>
      <vt:lpstr>Wingdings</vt:lpstr>
      <vt:lpstr>Facet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6.Hướng dẫn cài đặt </vt:lpstr>
      <vt:lpstr>6.Hướng dẫn cài đặt </vt:lpstr>
      <vt:lpstr>6.Hướng dẫn cài đặt </vt:lpstr>
      <vt:lpstr>6.Hướng dẫn cài đặt </vt:lpstr>
      <vt:lpstr>7. Hướng dẫn sử dụng REDMINE </vt:lpstr>
      <vt:lpstr>7. Hướng dẫn sử dụng REDMINE </vt:lpstr>
      <vt:lpstr>7. Hướng dẫn sử dụng REDMINE </vt:lpstr>
      <vt:lpstr>7. Hướng dẫn sử dụng REDMINE </vt:lpstr>
      <vt:lpstr>7. Hướng dẫn sử dụng REDMINE </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TÌM HIỂU VỀ CÔNG CỤ KATALON STUDIO</dc:title>
  <dc:creator>Ngtinh</dc:creator>
  <cp:lastModifiedBy>Nguyen Van Duc Tinh</cp:lastModifiedBy>
  <cp:revision>60</cp:revision>
  <dcterms:modified xsi:type="dcterms:W3CDTF">2022-06-15T16:14:33Z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0x0101000173CD9ED6DBEE4C891215D5D7ED5CA5</vt:lpwstr>
  </property>
</Properties>
</file>